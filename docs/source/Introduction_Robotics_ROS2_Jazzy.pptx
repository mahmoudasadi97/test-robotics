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10" r:id="rId5"/>
    <p:sldMasterId id="2147483736" r:id="rId6"/>
  </p:sldMasterIdLst>
  <p:notesMasterIdLst>
    <p:notesMasterId r:id="rId63"/>
  </p:notesMasterIdLst>
  <p:handoutMasterIdLst>
    <p:handoutMasterId r:id="rId64"/>
  </p:handoutMasterIdLst>
  <p:sldIdLst>
    <p:sldId id="301" r:id="rId7"/>
    <p:sldId id="323" r:id="rId8"/>
    <p:sldId id="324" r:id="rId9"/>
    <p:sldId id="328" r:id="rId10"/>
    <p:sldId id="337" r:id="rId11"/>
    <p:sldId id="340" r:id="rId12"/>
    <p:sldId id="353" r:id="rId13"/>
    <p:sldId id="354" r:id="rId14"/>
    <p:sldId id="355" r:id="rId15"/>
    <p:sldId id="370" r:id="rId16"/>
    <p:sldId id="361" r:id="rId17"/>
    <p:sldId id="372" r:id="rId18"/>
    <p:sldId id="390" r:id="rId19"/>
    <p:sldId id="410" r:id="rId20"/>
    <p:sldId id="415" r:id="rId21"/>
    <p:sldId id="412" r:id="rId22"/>
    <p:sldId id="414" r:id="rId23"/>
    <p:sldId id="459" r:id="rId24"/>
    <p:sldId id="425" r:id="rId25"/>
    <p:sldId id="460" r:id="rId26"/>
    <p:sldId id="461" r:id="rId27"/>
    <p:sldId id="416" r:id="rId28"/>
    <p:sldId id="462" r:id="rId29"/>
    <p:sldId id="463" r:id="rId30"/>
    <p:sldId id="464" r:id="rId31"/>
    <p:sldId id="417" r:id="rId32"/>
    <p:sldId id="456" r:id="rId33"/>
    <p:sldId id="454" r:id="rId34"/>
    <p:sldId id="465" r:id="rId35"/>
    <p:sldId id="466" r:id="rId36"/>
    <p:sldId id="437" r:id="rId37"/>
    <p:sldId id="468" r:id="rId38"/>
    <p:sldId id="455" r:id="rId39"/>
    <p:sldId id="467" r:id="rId40"/>
    <p:sldId id="430" r:id="rId41"/>
    <p:sldId id="432" r:id="rId42"/>
    <p:sldId id="433" r:id="rId43"/>
    <p:sldId id="431" r:id="rId44"/>
    <p:sldId id="436" r:id="rId45"/>
    <p:sldId id="438" r:id="rId46"/>
    <p:sldId id="439" r:id="rId47"/>
    <p:sldId id="440" r:id="rId48"/>
    <p:sldId id="441" r:id="rId49"/>
    <p:sldId id="442" r:id="rId50"/>
    <p:sldId id="443" r:id="rId51"/>
    <p:sldId id="444" r:id="rId52"/>
    <p:sldId id="445" r:id="rId53"/>
    <p:sldId id="446" r:id="rId54"/>
    <p:sldId id="447" r:id="rId55"/>
    <p:sldId id="469" r:id="rId56"/>
    <p:sldId id="449" r:id="rId57"/>
    <p:sldId id="450" r:id="rId58"/>
    <p:sldId id="451" r:id="rId59"/>
    <p:sldId id="452" r:id="rId60"/>
    <p:sldId id="457" r:id="rId61"/>
    <p:sldId id="458" r:id="rId62"/>
  </p:sldIdLst>
  <p:sldSz cx="18288000" cy="10287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4C8F5"/>
    <a:srgbClr val="AFABAB"/>
    <a:srgbClr val="CA483E"/>
    <a:srgbClr val="4472C4"/>
    <a:srgbClr val="E3EA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5D7209-5177-4C74-9CB9-BBA3847850DA}" v="14" dt="2026-10-26T09:49:20.615"/>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7546" autoAdjust="0"/>
  </p:normalViewPr>
  <p:slideViewPr>
    <p:cSldViewPr snapToGrid="0" showGuides="1">
      <p:cViewPr varScale="1">
        <p:scale>
          <a:sx n="43" d="100"/>
          <a:sy n="43" d="100"/>
        </p:scale>
        <p:origin x="1378"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p:scale>
          <a:sx n="150" d="100"/>
          <a:sy n="150" d="100"/>
        </p:scale>
        <p:origin x="2454" y="336"/>
      </p:cViewPr>
      <p:guideLst/>
    </p:cSldViewPr>
  </p:notesViewPr>
  <p:gridSpacing cx="719999" cy="719999"/>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e BAUWENS" userId="4139ceab-ed7e-424e-b998-23df40353ed2" providerId="ADAL" clId="{56E95547-1B97-4338-9C9D-E6842230CC29}"/>
    <pc:docChg chg="undo redo custSel addSld delSld modSld">
      <pc:chgData name="Arne BAUWENS" userId="4139ceab-ed7e-424e-b998-23df40353ed2" providerId="ADAL" clId="{56E95547-1B97-4338-9C9D-E6842230CC29}" dt="2026-10-26T12:05:14.047" v="3022" actId="368"/>
      <pc:docMkLst>
        <pc:docMk/>
      </pc:docMkLst>
      <pc:sldChg chg="modSp mod">
        <pc:chgData name="Arne BAUWENS" userId="4139ceab-ed7e-424e-b998-23df40353ed2" providerId="ADAL" clId="{56E95547-1B97-4338-9C9D-E6842230CC29}" dt="2026-10-26T09:50:53.402" v="2519" actId="20577"/>
        <pc:sldMkLst>
          <pc:docMk/>
          <pc:sldMk cId="1123400140" sldId="301"/>
        </pc:sldMkLst>
        <pc:spChg chg="mod">
          <ac:chgData name="Arne BAUWENS" userId="4139ceab-ed7e-424e-b998-23df40353ed2" providerId="ADAL" clId="{56E95547-1B97-4338-9C9D-E6842230CC29}" dt="2026-10-26T09:50:53.402" v="2519" actId="20577"/>
          <ac:spMkLst>
            <pc:docMk/>
            <pc:sldMk cId="1123400140" sldId="301"/>
            <ac:spMk id="2" creationId="{165F7DFF-D181-42D4-181D-90FE2B42896D}"/>
          </ac:spMkLst>
        </pc:spChg>
        <pc:spChg chg="mod">
          <ac:chgData name="Arne BAUWENS" userId="4139ceab-ed7e-424e-b998-23df40353ed2" providerId="ADAL" clId="{56E95547-1B97-4338-9C9D-E6842230CC29}" dt="2026-10-26T09:50:22.586" v="2509" actId="20577"/>
          <ac:spMkLst>
            <pc:docMk/>
            <pc:sldMk cId="1123400140" sldId="301"/>
            <ac:spMk id="3" creationId="{DA6F397F-E896-1BE7-100B-E940321490F1}"/>
          </ac:spMkLst>
        </pc:spChg>
      </pc:sldChg>
      <pc:sldChg chg="modSp mod">
        <pc:chgData name="Arne BAUWENS" userId="4139ceab-ed7e-424e-b998-23df40353ed2" providerId="ADAL" clId="{56E95547-1B97-4338-9C9D-E6842230CC29}" dt="2026-10-26T09:48:30.028" v="2480" actId="113"/>
        <pc:sldMkLst>
          <pc:docMk/>
          <pc:sldMk cId="437505694" sldId="323"/>
        </pc:sldMkLst>
        <pc:spChg chg="mod">
          <ac:chgData name="Arne BAUWENS" userId="4139ceab-ed7e-424e-b998-23df40353ed2" providerId="ADAL" clId="{56E95547-1B97-4338-9C9D-E6842230CC29}" dt="2026-10-26T09:48:30.028" v="2480" actId="113"/>
          <ac:spMkLst>
            <pc:docMk/>
            <pc:sldMk cId="437505694" sldId="323"/>
            <ac:spMk id="3" creationId="{D9B96136-46A2-10E3-3E3D-CA5E42D3EA30}"/>
          </ac:spMkLst>
        </pc:spChg>
      </pc:sldChg>
      <pc:sldChg chg="add modNotes">
        <pc:chgData name="Arne BAUWENS" userId="4139ceab-ed7e-424e-b998-23df40353ed2" providerId="ADAL" clId="{56E95547-1B97-4338-9C9D-E6842230CC29}" dt="2026-10-26T12:05:13.953" v="2996" actId="368"/>
        <pc:sldMkLst>
          <pc:docMk/>
          <pc:sldMk cId="3161916832" sldId="324"/>
        </pc:sldMkLst>
      </pc:sldChg>
      <pc:sldChg chg="add">
        <pc:chgData name="Arne BAUWENS" userId="4139ceab-ed7e-424e-b998-23df40353ed2" providerId="ADAL" clId="{56E95547-1B97-4338-9C9D-E6842230CC29}" dt="2026-10-26T09:35:11.126" v="2412"/>
        <pc:sldMkLst>
          <pc:docMk/>
          <pc:sldMk cId="3325245111" sldId="328"/>
        </pc:sldMkLst>
      </pc:sldChg>
      <pc:sldChg chg="add">
        <pc:chgData name="Arne BAUWENS" userId="4139ceab-ed7e-424e-b998-23df40353ed2" providerId="ADAL" clId="{56E95547-1B97-4338-9C9D-E6842230CC29}" dt="2026-10-26T09:35:11.126" v="2412"/>
        <pc:sldMkLst>
          <pc:docMk/>
          <pc:sldMk cId="35030993" sldId="337"/>
        </pc:sldMkLst>
      </pc:sldChg>
      <pc:sldChg chg="add">
        <pc:chgData name="Arne BAUWENS" userId="4139ceab-ed7e-424e-b998-23df40353ed2" providerId="ADAL" clId="{56E95547-1B97-4338-9C9D-E6842230CC29}" dt="2026-10-26T09:35:20.452" v="2413"/>
        <pc:sldMkLst>
          <pc:docMk/>
          <pc:sldMk cId="1113259622" sldId="340"/>
        </pc:sldMkLst>
      </pc:sldChg>
      <pc:sldChg chg="add">
        <pc:chgData name="Arne BAUWENS" userId="4139ceab-ed7e-424e-b998-23df40353ed2" providerId="ADAL" clId="{56E95547-1B97-4338-9C9D-E6842230CC29}" dt="2026-10-26T09:41:18.398" v="2414"/>
        <pc:sldMkLst>
          <pc:docMk/>
          <pc:sldMk cId="456051878" sldId="353"/>
        </pc:sldMkLst>
      </pc:sldChg>
      <pc:sldChg chg="add">
        <pc:chgData name="Arne BAUWENS" userId="4139ceab-ed7e-424e-b998-23df40353ed2" providerId="ADAL" clId="{56E95547-1B97-4338-9C9D-E6842230CC29}" dt="2026-10-26T09:41:18.398" v="2414"/>
        <pc:sldMkLst>
          <pc:docMk/>
          <pc:sldMk cId="3844595244" sldId="354"/>
        </pc:sldMkLst>
      </pc:sldChg>
      <pc:sldChg chg="add modNotes modNotesTx">
        <pc:chgData name="Arne BAUWENS" userId="4139ceab-ed7e-424e-b998-23df40353ed2" providerId="ADAL" clId="{56E95547-1B97-4338-9C9D-E6842230CC29}" dt="2026-10-26T12:05:13.970" v="2998" actId="368"/>
        <pc:sldMkLst>
          <pc:docMk/>
          <pc:sldMk cId="349956282" sldId="355"/>
        </pc:sldMkLst>
      </pc:sldChg>
      <pc:sldChg chg="add">
        <pc:chgData name="Arne BAUWENS" userId="4139ceab-ed7e-424e-b998-23df40353ed2" providerId="ADAL" clId="{56E95547-1B97-4338-9C9D-E6842230CC29}" dt="2026-10-26T09:41:51.086" v="2415"/>
        <pc:sldMkLst>
          <pc:docMk/>
          <pc:sldMk cId="3016880685" sldId="361"/>
        </pc:sldMkLst>
      </pc:sldChg>
      <pc:sldChg chg="add">
        <pc:chgData name="Arne BAUWENS" userId="4139ceab-ed7e-424e-b998-23df40353ed2" providerId="ADAL" clId="{56E95547-1B97-4338-9C9D-E6842230CC29}" dt="2026-10-26T09:42:29.864" v="2416"/>
        <pc:sldMkLst>
          <pc:docMk/>
          <pc:sldMk cId="3180686690" sldId="370"/>
        </pc:sldMkLst>
      </pc:sldChg>
      <pc:sldChg chg="add">
        <pc:chgData name="Arne BAUWENS" userId="4139ceab-ed7e-424e-b998-23df40353ed2" providerId="ADAL" clId="{56E95547-1B97-4338-9C9D-E6842230CC29}" dt="2026-10-26T09:42:41.872" v="2417"/>
        <pc:sldMkLst>
          <pc:docMk/>
          <pc:sldMk cId="3942572900" sldId="372"/>
        </pc:sldMkLst>
      </pc:sldChg>
      <pc:sldChg chg="add">
        <pc:chgData name="Arne BAUWENS" userId="4139ceab-ed7e-424e-b998-23df40353ed2" providerId="ADAL" clId="{56E95547-1B97-4338-9C9D-E6842230CC29}" dt="2026-10-26T09:43:37.694" v="2418"/>
        <pc:sldMkLst>
          <pc:docMk/>
          <pc:sldMk cId="3675752045" sldId="390"/>
        </pc:sldMkLst>
      </pc:sldChg>
      <pc:sldChg chg="add">
        <pc:chgData name="Arne BAUWENS" userId="4139ceab-ed7e-424e-b998-23df40353ed2" providerId="ADAL" clId="{56E95547-1B97-4338-9C9D-E6842230CC29}" dt="2026-10-26T09:45:04.325" v="2419"/>
        <pc:sldMkLst>
          <pc:docMk/>
          <pc:sldMk cId="341645954" sldId="410"/>
        </pc:sldMkLst>
      </pc:sldChg>
      <pc:sldChg chg="modNotes modNotesTx">
        <pc:chgData name="Arne BAUWENS" userId="4139ceab-ed7e-424e-b998-23df40353ed2" providerId="ADAL" clId="{56E95547-1B97-4338-9C9D-E6842230CC29}" dt="2026-10-26T12:05:13.985" v="3000" actId="368"/>
        <pc:sldMkLst>
          <pc:docMk/>
          <pc:sldMk cId="278082749" sldId="412"/>
        </pc:sldMkLst>
      </pc:sldChg>
      <pc:sldChg chg="modSp mod">
        <pc:chgData name="Arne BAUWENS" userId="4139ceab-ed7e-424e-b998-23df40353ed2" providerId="ADAL" clId="{56E95547-1B97-4338-9C9D-E6842230CC29}" dt="2026-10-26T09:48:45.382" v="2485" actId="113"/>
        <pc:sldMkLst>
          <pc:docMk/>
          <pc:sldMk cId="3337504528" sldId="415"/>
        </pc:sldMkLst>
        <pc:spChg chg="mod">
          <ac:chgData name="Arne BAUWENS" userId="4139ceab-ed7e-424e-b998-23df40353ed2" providerId="ADAL" clId="{56E95547-1B97-4338-9C9D-E6842230CC29}" dt="2026-10-26T09:48:45.382" v="2485" actId="113"/>
          <ac:spMkLst>
            <pc:docMk/>
            <pc:sldMk cId="3337504528" sldId="415"/>
            <ac:spMk id="3" creationId="{FEBA5332-A474-22E7-BE24-4DDB7F9CE0DD}"/>
          </ac:spMkLst>
        </pc:spChg>
      </pc:sldChg>
      <pc:sldChg chg="addSp delSp modSp mod">
        <pc:chgData name="Arne BAUWENS" userId="4139ceab-ed7e-424e-b998-23df40353ed2" providerId="ADAL" clId="{56E95547-1B97-4338-9C9D-E6842230CC29}" dt="2026-10-22T11:29:04.081" v="14" actId="14826"/>
        <pc:sldMkLst>
          <pc:docMk/>
          <pc:sldMk cId="2935715032" sldId="416"/>
        </pc:sldMkLst>
        <pc:spChg chg="mod">
          <ac:chgData name="Arne BAUWENS" userId="4139ceab-ed7e-424e-b998-23df40353ed2" providerId="ADAL" clId="{56E95547-1B97-4338-9C9D-E6842230CC29}" dt="2026-10-22T11:28:28.537" v="11" actId="20577"/>
          <ac:spMkLst>
            <pc:docMk/>
            <pc:sldMk cId="2935715032" sldId="416"/>
            <ac:spMk id="12" creationId="{00000000-0000-0000-0000-000000000000}"/>
          </ac:spMkLst>
        </pc:spChg>
        <pc:picChg chg="add del mod">
          <ac:chgData name="Arne BAUWENS" userId="4139ceab-ed7e-424e-b998-23df40353ed2" providerId="ADAL" clId="{56E95547-1B97-4338-9C9D-E6842230CC29}" dt="2026-10-22T11:29:04.081" v="14" actId="14826"/>
          <ac:picMkLst>
            <pc:docMk/>
            <pc:sldMk cId="2935715032" sldId="416"/>
            <ac:picMk id="8" creationId="{939DCC82-7C12-A90D-617F-7DA522548836}"/>
          </ac:picMkLst>
        </pc:picChg>
      </pc:sldChg>
      <pc:sldChg chg="modSp mod">
        <pc:chgData name="Arne BAUWENS" userId="4139ceab-ed7e-424e-b998-23df40353ed2" providerId="ADAL" clId="{56E95547-1B97-4338-9C9D-E6842230CC29}" dt="2026-10-26T09:48:56.577" v="2489" actId="20577"/>
        <pc:sldMkLst>
          <pc:docMk/>
          <pc:sldMk cId="401823916" sldId="425"/>
        </pc:sldMkLst>
        <pc:spChg chg="mod">
          <ac:chgData name="Arne BAUWENS" userId="4139ceab-ed7e-424e-b998-23df40353ed2" providerId="ADAL" clId="{56E95547-1B97-4338-9C9D-E6842230CC29}" dt="2026-10-26T09:48:56.577" v="2489" actId="20577"/>
          <ac:spMkLst>
            <pc:docMk/>
            <pc:sldMk cId="401823916" sldId="425"/>
            <ac:spMk id="3" creationId="{F3756502-1B96-D2F4-989B-E7F6607DC637}"/>
          </ac:spMkLst>
        </pc:spChg>
      </pc:sldChg>
      <pc:sldChg chg="modSp mod">
        <pc:chgData name="Arne BAUWENS" userId="4139ceab-ed7e-424e-b998-23df40353ed2" providerId="ADAL" clId="{56E95547-1B97-4338-9C9D-E6842230CC29}" dt="2026-10-26T09:49:09.035" v="2491"/>
        <pc:sldMkLst>
          <pc:docMk/>
          <pc:sldMk cId="1666246393" sldId="430"/>
        </pc:sldMkLst>
        <pc:spChg chg="mod">
          <ac:chgData name="Arne BAUWENS" userId="4139ceab-ed7e-424e-b998-23df40353ed2" providerId="ADAL" clId="{56E95547-1B97-4338-9C9D-E6842230CC29}" dt="2026-10-26T09:49:09.035" v="2491"/>
          <ac:spMkLst>
            <pc:docMk/>
            <pc:sldMk cId="1666246393" sldId="430"/>
            <ac:spMk id="3" creationId="{C5C08C20-8FC5-BFB0-2E00-0CCF24C3C0B6}"/>
          </ac:spMkLst>
        </pc:spChg>
      </pc:sldChg>
      <pc:sldChg chg="modNotes modNotesTx">
        <pc:chgData name="Arne BAUWENS" userId="4139ceab-ed7e-424e-b998-23df40353ed2" providerId="ADAL" clId="{56E95547-1B97-4338-9C9D-E6842230CC29}" dt="2026-10-26T12:05:14.018" v="3012" actId="368"/>
        <pc:sldMkLst>
          <pc:docMk/>
          <pc:sldMk cId="1754159424" sldId="431"/>
        </pc:sldMkLst>
      </pc:sldChg>
      <pc:sldChg chg="modNotes modNotesTx">
        <pc:chgData name="Arne BAUWENS" userId="4139ceab-ed7e-424e-b998-23df40353ed2" providerId="ADAL" clId="{56E95547-1B97-4338-9C9D-E6842230CC29}" dt="2026-10-26T12:05:14.012" v="3008" actId="368"/>
        <pc:sldMkLst>
          <pc:docMk/>
          <pc:sldMk cId="2423126792" sldId="432"/>
        </pc:sldMkLst>
      </pc:sldChg>
      <pc:sldChg chg="modNotes modNotesTx">
        <pc:chgData name="Arne BAUWENS" userId="4139ceab-ed7e-424e-b998-23df40353ed2" providerId="ADAL" clId="{56E95547-1B97-4338-9C9D-E6842230CC29}" dt="2026-10-26T12:05:14.016" v="3010" actId="368"/>
        <pc:sldMkLst>
          <pc:docMk/>
          <pc:sldMk cId="2976322727" sldId="433"/>
        </pc:sldMkLst>
      </pc:sldChg>
      <pc:sldChg chg="modSp mod">
        <pc:chgData name="Arne BAUWENS" userId="4139ceab-ed7e-424e-b998-23df40353ed2" providerId="ADAL" clId="{56E95547-1B97-4338-9C9D-E6842230CC29}" dt="2026-10-22T20:00:53.650" v="1456" actId="20577"/>
        <pc:sldMkLst>
          <pc:docMk/>
          <pc:sldMk cId="3157911970" sldId="436"/>
        </pc:sldMkLst>
        <pc:spChg chg="mod">
          <ac:chgData name="Arne BAUWENS" userId="4139ceab-ed7e-424e-b998-23df40353ed2" providerId="ADAL" clId="{56E95547-1B97-4338-9C9D-E6842230CC29}" dt="2026-10-22T20:00:53.650" v="1456" actId="20577"/>
          <ac:spMkLst>
            <pc:docMk/>
            <pc:sldMk cId="3157911970" sldId="436"/>
            <ac:spMk id="2" creationId="{20BCE0E1-1229-9F4D-433B-0AC47A81C40F}"/>
          </ac:spMkLst>
        </pc:spChg>
      </pc:sldChg>
      <pc:sldChg chg="modNotesTx">
        <pc:chgData name="Arne BAUWENS" userId="4139ceab-ed7e-424e-b998-23df40353ed2" providerId="ADAL" clId="{56E95547-1B97-4338-9C9D-E6842230CC29}" dt="2026-10-22T14:24:03.560" v="1147" actId="20577"/>
        <pc:sldMkLst>
          <pc:docMk/>
          <pc:sldMk cId="3332928512" sldId="439"/>
        </pc:sldMkLst>
      </pc:sldChg>
      <pc:sldChg chg="modSp mod">
        <pc:chgData name="Arne BAUWENS" userId="4139ceab-ed7e-424e-b998-23df40353ed2" providerId="ADAL" clId="{56E95547-1B97-4338-9C9D-E6842230CC29}" dt="2026-10-26T09:49:15.988" v="2493"/>
        <pc:sldMkLst>
          <pc:docMk/>
          <pc:sldMk cId="924949565" sldId="440"/>
        </pc:sldMkLst>
        <pc:spChg chg="mod">
          <ac:chgData name="Arne BAUWENS" userId="4139ceab-ed7e-424e-b998-23df40353ed2" providerId="ADAL" clId="{56E95547-1B97-4338-9C9D-E6842230CC29}" dt="2026-10-26T09:49:15.988" v="2493"/>
          <ac:spMkLst>
            <pc:docMk/>
            <pc:sldMk cId="924949565" sldId="440"/>
            <ac:spMk id="3" creationId="{BF25CE7B-5E6F-88F4-8F1F-C70A8AD6A84D}"/>
          </ac:spMkLst>
        </pc:spChg>
      </pc:sldChg>
      <pc:sldChg chg="modSp mod modNotes modNotesTx">
        <pc:chgData name="Arne BAUWENS" userId="4139ceab-ed7e-424e-b998-23df40353ed2" providerId="ADAL" clId="{56E95547-1B97-4338-9C9D-E6842230CC29}" dt="2026-10-26T12:05:14.027" v="3014" actId="368"/>
        <pc:sldMkLst>
          <pc:docMk/>
          <pc:sldMk cId="552591827" sldId="441"/>
        </pc:sldMkLst>
        <pc:spChg chg="mod">
          <ac:chgData name="Arne BAUWENS" userId="4139ceab-ed7e-424e-b998-23df40353ed2" providerId="ADAL" clId="{56E95547-1B97-4338-9C9D-E6842230CC29}" dt="2026-10-26T12:00:43.334" v="2984"/>
          <ac:spMkLst>
            <pc:docMk/>
            <pc:sldMk cId="552591827" sldId="441"/>
            <ac:spMk id="2" creationId="{EE6343EF-66FD-103F-3623-D67FD220710E}"/>
          </ac:spMkLst>
        </pc:spChg>
      </pc:sldChg>
      <pc:sldChg chg="modNotes modNotesTx">
        <pc:chgData name="Arne BAUWENS" userId="4139ceab-ed7e-424e-b998-23df40353ed2" providerId="ADAL" clId="{56E95547-1B97-4338-9C9D-E6842230CC29}" dt="2026-10-26T12:05:14.031" v="3016" actId="368"/>
        <pc:sldMkLst>
          <pc:docMk/>
          <pc:sldMk cId="322725193" sldId="442"/>
        </pc:sldMkLst>
      </pc:sldChg>
      <pc:sldChg chg="modSp mod">
        <pc:chgData name="Arne BAUWENS" userId="4139ceab-ed7e-424e-b998-23df40353ed2" providerId="ADAL" clId="{56E95547-1B97-4338-9C9D-E6842230CC29}" dt="2026-10-26T09:49:20.615" v="2495"/>
        <pc:sldMkLst>
          <pc:docMk/>
          <pc:sldMk cId="1784926765" sldId="443"/>
        </pc:sldMkLst>
        <pc:spChg chg="mod">
          <ac:chgData name="Arne BAUWENS" userId="4139ceab-ed7e-424e-b998-23df40353ed2" providerId="ADAL" clId="{56E95547-1B97-4338-9C9D-E6842230CC29}" dt="2026-10-26T09:49:20.615" v="2495"/>
          <ac:spMkLst>
            <pc:docMk/>
            <pc:sldMk cId="1784926765" sldId="443"/>
            <ac:spMk id="3" creationId="{0AEA2A04-030F-48A8-D5AE-D00BB0AC53A6}"/>
          </ac:spMkLst>
        </pc:spChg>
      </pc:sldChg>
      <pc:sldChg chg="modNotes modNotesTx">
        <pc:chgData name="Arne BAUWENS" userId="4139ceab-ed7e-424e-b998-23df40353ed2" providerId="ADAL" clId="{56E95547-1B97-4338-9C9D-E6842230CC29}" dt="2026-10-26T12:05:14.036" v="3018" actId="368"/>
        <pc:sldMkLst>
          <pc:docMk/>
          <pc:sldMk cId="1629029227" sldId="444"/>
        </pc:sldMkLst>
      </pc:sldChg>
      <pc:sldChg chg="modNotes modNotesTx">
        <pc:chgData name="Arne BAUWENS" userId="4139ceab-ed7e-424e-b998-23df40353ed2" providerId="ADAL" clId="{56E95547-1B97-4338-9C9D-E6842230CC29}" dt="2026-10-26T12:05:14.040" v="3020" actId="368"/>
        <pc:sldMkLst>
          <pc:docMk/>
          <pc:sldMk cId="1277149232" sldId="445"/>
        </pc:sldMkLst>
      </pc:sldChg>
      <pc:sldChg chg="delSp modSp mod">
        <pc:chgData name="Arne BAUWENS" userId="4139ceab-ed7e-424e-b998-23df40353ed2" providerId="ADAL" clId="{56E95547-1B97-4338-9C9D-E6842230CC29}" dt="2026-10-26T09:47:22.430" v="2454" actId="13926"/>
        <pc:sldMkLst>
          <pc:docMk/>
          <pc:sldMk cId="423141355" sldId="454"/>
        </pc:sldMkLst>
        <pc:spChg chg="mod">
          <ac:chgData name="Arne BAUWENS" userId="4139ceab-ed7e-424e-b998-23df40353ed2" providerId="ADAL" clId="{56E95547-1B97-4338-9C9D-E6842230CC29}" dt="2026-10-26T09:47:22.430" v="2454" actId="13926"/>
          <ac:spMkLst>
            <pc:docMk/>
            <pc:sldMk cId="423141355" sldId="454"/>
            <ac:spMk id="2" creationId="{06644753-8B13-FDD3-55F5-2B7014406149}"/>
          </ac:spMkLst>
        </pc:spChg>
        <pc:spChg chg="del">
          <ac:chgData name="Arne BAUWENS" userId="4139ceab-ed7e-424e-b998-23df40353ed2" providerId="ADAL" clId="{56E95547-1B97-4338-9C9D-E6842230CC29}" dt="2026-10-26T09:47:00.687" v="2420" actId="478"/>
          <ac:spMkLst>
            <pc:docMk/>
            <pc:sldMk cId="423141355" sldId="454"/>
            <ac:spMk id="8" creationId="{00000000-0000-0000-0000-000000000000}"/>
          </ac:spMkLst>
        </pc:spChg>
        <pc:spChg chg="del">
          <ac:chgData name="Arne BAUWENS" userId="4139ceab-ed7e-424e-b998-23df40353ed2" providerId="ADAL" clId="{56E95547-1B97-4338-9C9D-E6842230CC29}" dt="2026-10-26T09:47:03.823" v="2421" actId="478"/>
          <ac:spMkLst>
            <pc:docMk/>
            <pc:sldMk cId="423141355" sldId="454"/>
            <ac:spMk id="10" creationId="{00000000-0000-0000-0000-000000000000}"/>
          </ac:spMkLst>
        </pc:spChg>
      </pc:sldChg>
      <pc:sldChg chg="modNotes modNotesTx">
        <pc:chgData name="Arne BAUWENS" userId="4139ceab-ed7e-424e-b998-23df40353ed2" providerId="ADAL" clId="{56E95547-1B97-4338-9C9D-E6842230CC29}" dt="2026-10-26T12:05:14.008" v="3006" actId="368"/>
        <pc:sldMkLst>
          <pc:docMk/>
          <pc:sldMk cId="3621617804" sldId="455"/>
        </pc:sldMkLst>
      </pc:sldChg>
      <pc:sldChg chg="modSp mod">
        <pc:chgData name="Arne BAUWENS" userId="4139ceab-ed7e-424e-b998-23df40353ed2" providerId="ADAL" clId="{56E95547-1B97-4338-9C9D-E6842230CC29}" dt="2026-10-19T14:13:38.642" v="8" actId="20577"/>
        <pc:sldMkLst>
          <pc:docMk/>
          <pc:sldMk cId="0" sldId="460"/>
        </pc:sldMkLst>
        <pc:spChg chg="mod">
          <ac:chgData name="Arne BAUWENS" userId="4139ceab-ed7e-424e-b998-23df40353ed2" providerId="ADAL" clId="{56E95547-1B97-4338-9C9D-E6842230CC29}" dt="2026-10-19T14:13:38.642" v="8" actId="20577"/>
          <ac:spMkLst>
            <pc:docMk/>
            <pc:sldMk cId="0" sldId="460"/>
            <ac:spMk id="6" creationId="{00000000-0000-0000-0000-000000000000}"/>
          </ac:spMkLst>
        </pc:spChg>
      </pc:sldChg>
      <pc:sldChg chg="modSp mod">
        <pc:chgData name="Arne BAUWENS" userId="4139ceab-ed7e-424e-b998-23df40353ed2" providerId="ADAL" clId="{56E95547-1B97-4338-9C9D-E6842230CC29}" dt="2026-10-22T12:28:20.326" v="16" actId="1076"/>
        <pc:sldMkLst>
          <pc:docMk/>
          <pc:sldMk cId="0" sldId="464"/>
        </pc:sldMkLst>
        <pc:spChg chg="mod">
          <ac:chgData name="Arne BAUWENS" userId="4139ceab-ed7e-424e-b998-23df40353ed2" providerId="ADAL" clId="{56E95547-1B97-4338-9C9D-E6842230CC29}" dt="2026-10-22T12:28:20.326" v="16" actId="1076"/>
          <ac:spMkLst>
            <pc:docMk/>
            <pc:sldMk cId="0" sldId="464"/>
            <ac:spMk id="7" creationId="{00000000-0000-0000-0000-000000000000}"/>
          </ac:spMkLst>
        </pc:spChg>
      </pc:sldChg>
      <pc:sldChg chg="delSp mod">
        <pc:chgData name="Arne BAUWENS" userId="4139ceab-ed7e-424e-b998-23df40353ed2" providerId="ADAL" clId="{56E95547-1B97-4338-9C9D-E6842230CC29}" dt="2026-10-26T09:47:33.020" v="2455" actId="478"/>
        <pc:sldMkLst>
          <pc:docMk/>
          <pc:sldMk cId="0" sldId="465"/>
        </pc:sldMkLst>
        <pc:spChg chg="del">
          <ac:chgData name="Arne BAUWENS" userId="4139ceab-ed7e-424e-b998-23df40353ed2" providerId="ADAL" clId="{56E95547-1B97-4338-9C9D-E6842230CC29}" dt="2026-10-26T09:47:33.020" v="2455" actId="478"/>
          <ac:spMkLst>
            <pc:docMk/>
            <pc:sldMk cId="0" sldId="465"/>
            <ac:spMk id="7" creationId="{00000000-0000-0000-0000-000000000000}"/>
          </ac:spMkLst>
        </pc:spChg>
      </pc:sldChg>
      <pc:sldChg chg="addSp modSp mod modNotes modNotesTx">
        <pc:chgData name="Arne BAUWENS" userId="4139ceab-ed7e-424e-b998-23df40353ed2" providerId="ADAL" clId="{56E95547-1B97-4338-9C9D-E6842230CC29}" dt="2026-10-26T12:05:14" v="3002" actId="368"/>
        <pc:sldMkLst>
          <pc:docMk/>
          <pc:sldMk cId="0" sldId="466"/>
        </pc:sldMkLst>
        <pc:spChg chg="mod">
          <ac:chgData name="Arne BAUWENS" userId="4139ceab-ed7e-424e-b998-23df40353ed2" providerId="ADAL" clId="{56E95547-1B97-4338-9C9D-E6842230CC29}" dt="2026-10-26T11:03:15.098" v="2848" actId="14100"/>
          <ac:spMkLst>
            <pc:docMk/>
            <pc:sldMk cId="0" sldId="466"/>
            <ac:spMk id="11" creationId="{00000000-0000-0000-0000-000000000000}"/>
          </ac:spMkLst>
        </pc:spChg>
        <pc:picChg chg="add mod">
          <ac:chgData name="Arne BAUWENS" userId="4139ceab-ed7e-424e-b998-23df40353ed2" providerId="ADAL" clId="{56E95547-1B97-4338-9C9D-E6842230CC29}" dt="2026-10-26T11:03:28.981" v="2852" actId="14100"/>
          <ac:picMkLst>
            <pc:docMk/>
            <pc:sldMk cId="0" sldId="466"/>
            <ac:picMk id="12" creationId="{FE1EB0A7-7AC5-02DA-4B63-345FF07A9530}"/>
          </ac:picMkLst>
        </pc:picChg>
      </pc:sldChg>
      <pc:sldChg chg="modNotes">
        <pc:chgData name="Arne BAUWENS" userId="4139ceab-ed7e-424e-b998-23df40353ed2" providerId="ADAL" clId="{56E95547-1B97-4338-9C9D-E6842230CC29}" dt="2026-10-26T12:05:14.006" v="3004" actId="368"/>
        <pc:sldMkLst>
          <pc:docMk/>
          <pc:sldMk cId="0" sldId="468"/>
        </pc:sldMkLst>
      </pc:sldChg>
      <pc:sldChg chg="delSp modSp add mod modNotes modNotesTx">
        <pc:chgData name="Arne BAUWENS" userId="4139ceab-ed7e-424e-b998-23df40353ed2" providerId="ADAL" clId="{56E95547-1B97-4338-9C9D-E6842230CC29}" dt="2026-10-26T12:05:14.047" v="3022" actId="368"/>
        <pc:sldMkLst>
          <pc:docMk/>
          <pc:sldMk cId="1703013361" sldId="469"/>
        </pc:sldMkLst>
        <pc:spChg chg="mod">
          <ac:chgData name="Arne BAUWENS" userId="4139ceab-ed7e-424e-b998-23df40353ed2" providerId="ADAL" clId="{56E95547-1B97-4338-9C9D-E6842230CC29}" dt="2026-10-22T21:23:11.307" v="2410" actId="404"/>
          <ac:spMkLst>
            <pc:docMk/>
            <pc:sldMk cId="1703013361" sldId="469"/>
            <ac:spMk id="2" creationId="{0713DFAE-60A5-4497-BACF-DF11DE1598AD}"/>
          </ac:spMkLst>
        </pc:spChg>
        <pc:spChg chg="mod">
          <ac:chgData name="Arne BAUWENS" userId="4139ceab-ed7e-424e-b998-23df40353ed2" providerId="ADAL" clId="{56E95547-1B97-4338-9C9D-E6842230CC29}" dt="2026-10-22T21:11:57.349" v="2069" actId="5793"/>
          <ac:spMkLst>
            <pc:docMk/>
            <pc:sldMk cId="1703013361" sldId="469"/>
            <ac:spMk id="4" creationId="{06545255-7419-E5BB-551E-F4802278EA22}"/>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49550E8D-2687-4B55-AC6F-1FBD87CF06BB}"/>
              </a:ext>
            </a:extLst>
          </p:cNvPr>
          <p:cNvSpPr>
            <a:spLocks noGrp="1"/>
          </p:cNvSpPr>
          <p:nvPr>
            <p:ph type="hdr" sz="quarter"/>
          </p:nvPr>
        </p:nvSpPr>
        <p:spPr>
          <a:xfrm>
            <a:off x="1505588" y="108502"/>
            <a:ext cx="5539587" cy="216755"/>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a:extLst>
              <a:ext uri="{FF2B5EF4-FFF2-40B4-BE49-F238E27FC236}">
                <a16:creationId xmlns:a16="http://schemas.microsoft.com/office/drawing/2014/main" id="{62C4A80C-7EC9-478E-BFC2-BEAEB6355605}"/>
              </a:ext>
            </a:extLst>
          </p:cNvPr>
          <p:cNvSpPr>
            <a:spLocks noGrp="1"/>
          </p:cNvSpPr>
          <p:nvPr>
            <p:ph type="dt" sz="quarter" idx="1"/>
          </p:nvPr>
        </p:nvSpPr>
        <p:spPr>
          <a:xfrm>
            <a:off x="4633297" y="108502"/>
            <a:ext cx="3962400" cy="216755"/>
          </a:xfrm>
          <a:prstGeom prst="rect">
            <a:avLst/>
          </a:prstGeom>
        </p:spPr>
        <p:txBody>
          <a:bodyPr vert="horz" lIns="91440" tIns="45720" rIns="91440" bIns="45720" rtlCol="0"/>
          <a:lstStyle>
            <a:lvl1pPr algn="r">
              <a:defRPr sz="1200"/>
            </a:lvl1pPr>
          </a:lstStyle>
          <a:p>
            <a:fld id="{B851D6B0-C309-4360-AADA-E0100A701C51}" type="datetimeFigureOut">
              <a:rPr lang="nl-BE" smtClean="0"/>
              <a:t>26/10/2026</a:t>
            </a:fld>
            <a:endParaRPr lang="nl-BE"/>
          </a:p>
        </p:txBody>
      </p:sp>
      <p:sp>
        <p:nvSpPr>
          <p:cNvPr id="4" name="Tijdelijke aanduiding voor voettekst 3">
            <a:extLst>
              <a:ext uri="{FF2B5EF4-FFF2-40B4-BE49-F238E27FC236}">
                <a16:creationId xmlns:a16="http://schemas.microsoft.com/office/drawing/2014/main" id="{EEAA731C-3B25-44FC-ABC1-2A77BCFD587A}"/>
              </a:ext>
            </a:extLst>
          </p:cNvPr>
          <p:cNvSpPr>
            <a:spLocks noGrp="1"/>
          </p:cNvSpPr>
          <p:nvPr>
            <p:ph type="ftr" sz="quarter" idx="2"/>
          </p:nvPr>
        </p:nvSpPr>
        <p:spPr>
          <a:xfrm>
            <a:off x="523045" y="6218916"/>
            <a:ext cx="7043767" cy="216755"/>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509BC4C9-5927-4A4C-9D62-F4FCB8CB3205}"/>
              </a:ext>
            </a:extLst>
          </p:cNvPr>
          <p:cNvSpPr>
            <a:spLocks noGrp="1"/>
          </p:cNvSpPr>
          <p:nvPr>
            <p:ph type="sldNum" sz="quarter" idx="3"/>
          </p:nvPr>
        </p:nvSpPr>
        <p:spPr>
          <a:xfrm>
            <a:off x="8049510" y="6237326"/>
            <a:ext cx="546187" cy="198345"/>
          </a:xfrm>
          <a:prstGeom prst="rect">
            <a:avLst/>
          </a:prstGeom>
        </p:spPr>
        <p:txBody>
          <a:bodyPr vert="horz" lIns="91440" tIns="45720" rIns="91440" bIns="45720" rtlCol="0" anchor="b"/>
          <a:lstStyle>
            <a:lvl1pPr algn="r">
              <a:defRPr sz="1200"/>
            </a:lvl1pPr>
          </a:lstStyle>
          <a:p>
            <a:fld id="{08C79EED-929D-483E-9007-D3F59A4C8C3F}" type="slidenum">
              <a:rPr lang="nl-BE" smtClean="0"/>
              <a:t>‹#›</a:t>
            </a:fld>
            <a:endParaRPr lang="nl-BE"/>
          </a:p>
        </p:txBody>
      </p:sp>
      <p:pic>
        <p:nvPicPr>
          <p:cNvPr id="7" name="Afbeelding 6">
            <a:extLst>
              <a:ext uri="{FF2B5EF4-FFF2-40B4-BE49-F238E27FC236}">
                <a16:creationId xmlns:a16="http://schemas.microsoft.com/office/drawing/2014/main" id="{41A637C1-C271-414F-B837-89650030A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8" name="Rechte verbindingslijn 7">
            <a:extLst>
              <a:ext uri="{FF2B5EF4-FFF2-40B4-BE49-F238E27FC236}">
                <a16:creationId xmlns:a16="http://schemas.microsoft.com/office/drawing/2014/main" id="{2EAA0E41-0FD2-4F96-9F26-A36EB18A8771}"/>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021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07673-66AC-46B1-89BD-061114F0C338}" type="datetimeFigureOut">
              <a:rPr lang="nl-BE" smtClean="0"/>
              <a:t>26/10/2026</a:t>
            </a:fld>
            <a:endParaRPr lang="nl-BE"/>
          </a:p>
        </p:txBody>
      </p:sp>
      <p:sp>
        <p:nvSpPr>
          <p:cNvPr id="4" name="Tijdelijke aanduiding voor dia-afbeelding 3"/>
          <p:cNvSpPr>
            <a:spLocks noGrp="1" noRot="1" noChangeAspect="1"/>
          </p:cNvSpPr>
          <p:nvPr>
            <p:ph type="sldImg" idx="2"/>
          </p:nvPr>
        </p:nvSpPr>
        <p:spPr>
          <a:xfrm>
            <a:off x="615157" y="702310"/>
            <a:ext cx="3996267" cy="2247900"/>
          </a:xfrm>
          <a:prstGeom prst="rect">
            <a:avLst/>
          </a:prstGeom>
          <a:noFill/>
          <a:ln w="12700">
            <a:solidFill>
              <a:prstClr val="black"/>
            </a:solidFill>
          </a:ln>
        </p:spPr>
        <p:txBody>
          <a:bodyPr vert="horz" lIns="91440" tIns="45720" rIns="91440" bIns="45720" rtlCol="0" anchor="ctr"/>
          <a:lstStyle/>
          <a:p>
            <a:endParaRPr lang="nl-BE"/>
          </a:p>
        </p:txBody>
      </p:sp>
      <p:sp>
        <p:nvSpPr>
          <p:cNvPr id="6" name="Tijdelijke aanduiding voor voettekst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C23E295-A1A5-4488-BC09-D942F81F4A15}" type="slidenum">
              <a:rPr lang="nl-BE" smtClean="0"/>
              <a:t>‹#›</a:t>
            </a:fld>
            <a:endParaRPr lang="nl-BE"/>
          </a:p>
        </p:txBody>
      </p:sp>
      <p:sp>
        <p:nvSpPr>
          <p:cNvPr id="8" name="Tijdelijke aanduiding voor datum 2">
            <a:extLst>
              <a:ext uri="{FF2B5EF4-FFF2-40B4-BE49-F238E27FC236}">
                <a16:creationId xmlns:a16="http://schemas.microsoft.com/office/drawing/2014/main" id="{944846E0-E852-40C1-B969-83476F3B76F7}"/>
              </a:ext>
            </a:extLst>
          </p:cNvPr>
          <p:cNvSpPr txBox="1">
            <a:spLocks/>
          </p:cNvSpPr>
          <p:nvPr/>
        </p:nvSpPr>
        <p:spPr>
          <a:xfrm>
            <a:off x="4633297" y="108502"/>
            <a:ext cx="3962400" cy="216755"/>
          </a:xfrm>
          <a:prstGeom prst="rect">
            <a:avLst/>
          </a:prstGeom>
        </p:spPr>
        <p:txBody>
          <a:bodyPr vert="horz" lIns="91440" tIns="45720" rIns="91440" bIns="45720" rtlCol="0"/>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851D6B0-C309-4360-AADA-E0100A701C51}" type="datetimeFigureOut">
              <a:rPr lang="nl-BE" smtClean="0"/>
              <a:pPr/>
              <a:t>26/10/2026</a:t>
            </a:fld>
            <a:endParaRPr lang="nl-BE"/>
          </a:p>
        </p:txBody>
      </p:sp>
      <p:pic>
        <p:nvPicPr>
          <p:cNvPr id="10" name="Afbeelding 9">
            <a:extLst>
              <a:ext uri="{FF2B5EF4-FFF2-40B4-BE49-F238E27FC236}">
                <a16:creationId xmlns:a16="http://schemas.microsoft.com/office/drawing/2014/main" id="{CABF7A55-6C0F-4E87-AFC0-BB240FFF9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11" name="Rechte verbindingslijn 10">
            <a:extLst>
              <a:ext uri="{FF2B5EF4-FFF2-40B4-BE49-F238E27FC236}">
                <a16:creationId xmlns:a16="http://schemas.microsoft.com/office/drawing/2014/main" id="{0778B21D-7FB4-4703-A374-CC34AE860216}"/>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ijdelijke aanduiding voor notities 4">
            <a:extLst>
              <a:ext uri="{FF2B5EF4-FFF2-40B4-BE49-F238E27FC236}">
                <a16:creationId xmlns:a16="http://schemas.microsoft.com/office/drawing/2014/main" id="{CC94D0D5-1E80-4534-99C4-6E80E3027CAD}"/>
              </a:ext>
            </a:extLst>
          </p:cNvPr>
          <p:cNvSpPr>
            <a:spLocks noGrp="1"/>
          </p:cNvSpPr>
          <p:nvPr>
            <p:ph type="body" sz="quarter" idx="3"/>
          </p:nvPr>
        </p:nvSpPr>
        <p:spPr>
          <a:xfrm>
            <a:off x="615156" y="3043270"/>
            <a:ext cx="8281193" cy="3283879"/>
          </a:xfrm>
          <a:prstGeom prst="rect">
            <a:avLst/>
          </a:prstGeom>
        </p:spPr>
        <p:txBody>
          <a:bodyPr vert="horz" lIns="91440" tIns="45720" rIns="91440" bIns="45720" rtlCol="0"/>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42333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5950" y="701675"/>
            <a:ext cx="3995738" cy="2247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23E295-A1A5-4488-BC09-D942F81F4A15}" type="slidenum">
              <a:rPr lang="nl-BE" smtClean="0"/>
              <a:t>3</a:t>
            </a:fld>
            <a:endParaRPr lang="nl-BE"/>
          </a:p>
        </p:txBody>
      </p:sp>
    </p:spTree>
    <p:extLst>
      <p:ext uri="{BB962C8B-B14F-4D97-AF65-F5344CB8AC3E}">
        <p14:creationId xmlns:p14="http://schemas.microsoft.com/office/powerpoint/2010/main" val="31858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64865-48A8-C4DB-E852-8B70D7028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138CA-2256-8119-0743-0F947A4C58E8}"/>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DDBF27F7-4DF7-D181-8EC2-AC72C1A34A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450879-0A02-5E27-87F9-30E46AE9FCB6}"/>
              </a:ext>
            </a:extLst>
          </p:cNvPr>
          <p:cNvSpPr>
            <a:spLocks noGrp="1"/>
          </p:cNvSpPr>
          <p:nvPr>
            <p:ph type="sldNum" sz="quarter" idx="5"/>
          </p:nvPr>
        </p:nvSpPr>
        <p:spPr/>
        <p:txBody>
          <a:bodyPr/>
          <a:lstStyle/>
          <a:p>
            <a:fld id="{6C23E295-A1A5-4488-BC09-D942F81F4A15}" type="slidenum">
              <a:rPr lang="nl-BE" smtClean="0"/>
              <a:t>4</a:t>
            </a:fld>
            <a:endParaRPr lang="nl-BE"/>
          </a:p>
        </p:txBody>
      </p:sp>
    </p:spTree>
    <p:extLst>
      <p:ext uri="{BB962C8B-B14F-4D97-AF65-F5344CB8AC3E}">
        <p14:creationId xmlns:p14="http://schemas.microsoft.com/office/powerpoint/2010/main" val="506806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1CA7A-7916-50A6-82CA-CDF23B93D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79554-9891-74E8-E9DE-4D5DA9F40DA5}"/>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DB3663AF-39D3-75D1-CD4A-1CB3BE5ABA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F6DA09-8ADB-527A-A6CB-F39A59FDCCED}"/>
              </a:ext>
            </a:extLst>
          </p:cNvPr>
          <p:cNvSpPr>
            <a:spLocks noGrp="1"/>
          </p:cNvSpPr>
          <p:nvPr>
            <p:ph type="sldNum" sz="quarter" idx="5"/>
          </p:nvPr>
        </p:nvSpPr>
        <p:spPr/>
        <p:txBody>
          <a:bodyPr/>
          <a:lstStyle/>
          <a:p>
            <a:fld id="{6C23E295-A1A5-4488-BC09-D942F81F4A15}" type="slidenum">
              <a:rPr lang="nl-BE" smtClean="0"/>
              <a:t>5</a:t>
            </a:fld>
            <a:endParaRPr lang="nl-BE"/>
          </a:p>
        </p:txBody>
      </p:sp>
    </p:spTree>
    <p:extLst>
      <p:ext uri="{BB962C8B-B14F-4D97-AF65-F5344CB8AC3E}">
        <p14:creationId xmlns:p14="http://schemas.microsoft.com/office/powerpoint/2010/main" val="3196719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FFE9A-0EEC-78F0-000B-7D33A29A7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B1E39-6D7C-7E60-E525-CAE214F8F117}"/>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9E8792CC-5D91-ECED-F047-E990F9D016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080E9F-0242-BC74-AA69-59F6CB9B0D5F}"/>
              </a:ext>
            </a:extLst>
          </p:cNvPr>
          <p:cNvSpPr>
            <a:spLocks noGrp="1"/>
          </p:cNvSpPr>
          <p:nvPr>
            <p:ph type="sldNum" sz="quarter" idx="5"/>
          </p:nvPr>
        </p:nvSpPr>
        <p:spPr/>
        <p:txBody>
          <a:bodyPr/>
          <a:lstStyle/>
          <a:p>
            <a:fld id="{6C23E295-A1A5-4488-BC09-D942F81F4A15}" type="slidenum">
              <a:rPr lang="nl-BE" smtClean="0"/>
              <a:t>6</a:t>
            </a:fld>
            <a:endParaRPr lang="nl-BE"/>
          </a:p>
        </p:txBody>
      </p:sp>
    </p:spTree>
    <p:extLst>
      <p:ext uri="{BB962C8B-B14F-4D97-AF65-F5344CB8AC3E}">
        <p14:creationId xmlns:p14="http://schemas.microsoft.com/office/powerpoint/2010/main" val="450761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59B79-280A-0837-138D-EF5F34709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C949B-BA39-EA7B-87D7-AEABB9873939}"/>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FDD78BEF-0654-D7EC-0099-7C66C7E25F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DC9117-BFAA-C41F-1E9C-017333405271}"/>
              </a:ext>
            </a:extLst>
          </p:cNvPr>
          <p:cNvSpPr>
            <a:spLocks noGrp="1"/>
          </p:cNvSpPr>
          <p:nvPr>
            <p:ph type="sldNum" sz="quarter" idx="5"/>
          </p:nvPr>
        </p:nvSpPr>
        <p:spPr/>
        <p:txBody>
          <a:bodyPr/>
          <a:lstStyle/>
          <a:p>
            <a:fld id="{6C23E295-A1A5-4488-BC09-D942F81F4A15}" type="slidenum">
              <a:rPr lang="nl-BE" smtClean="0"/>
              <a:t>7</a:t>
            </a:fld>
            <a:endParaRPr lang="nl-BE"/>
          </a:p>
        </p:txBody>
      </p:sp>
    </p:spTree>
    <p:extLst>
      <p:ext uri="{BB962C8B-B14F-4D97-AF65-F5344CB8AC3E}">
        <p14:creationId xmlns:p14="http://schemas.microsoft.com/office/powerpoint/2010/main" val="86227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81567-43B4-C722-2387-429037463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49E8D-0A2D-8D1C-7718-1F95A26940E7}"/>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A4A5C36D-5F55-162A-570D-A7BF64827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6E3A3A-8BE3-62BE-09C9-BE9C6578A84B}"/>
              </a:ext>
            </a:extLst>
          </p:cNvPr>
          <p:cNvSpPr>
            <a:spLocks noGrp="1"/>
          </p:cNvSpPr>
          <p:nvPr>
            <p:ph type="sldNum" sz="quarter" idx="5"/>
          </p:nvPr>
        </p:nvSpPr>
        <p:spPr/>
        <p:txBody>
          <a:bodyPr/>
          <a:lstStyle/>
          <a:p>
            <a:fld id="{6C23E295-A1A5-4488-BC09-D942F81F4A15}" type="slidenum">
              <a:rPr lang="nl-BE" smtClean="0"/>
              <a:t>8</a:t>
            </a:fld>
            <a:endParaRPr lang="nl-BE"/>
          </a:p>
        </p:txBody>
      </p:sp>
    </p:spTree>
    <p:extLst>
      <p:ext uri="{BB962C8B-B14F-4D97-AF65-F5344CB8AC3E}">
        <p14:creationId xmlns:p14="http://schemas.microsoft.com/office/powerpoint/2010/main" val="3705906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4773-A95C-6EED-22D1-79981E662C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54639-9EC5-5026-50C1-64DD0BA06270}"/>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FB3944D6-AD1B-40D3-DB3E-D6629F8BD6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AFBDD0-0EFD-C1C0-D51C-4F5BEC3629B3}"/>
              </a:ext>
            </a:extLst>
          </p:cNvPr>
          <p:cNvSpPr>
            <a:spLocks noGrp="1"/>
          </p:cNvSpPr>
          <p:nvPr>
            <p:ph type="sldNum" sz="quarter" idx="5"/>
          </p:nvPr>
        </p:nvSpPr>
        <p:spPr/>
        <p:txBody>
          <a:bodyPr/>
          <a:lstStyle/>
          <a:p>
            <a:fld id="{6C23E295-A1A5-4488-BC09-D942F81F4A15}" type="slidenum">
              <a:rPr lang="nl-BE" smtClean="0"/>
              <a:t>9</a:t>
            </a:fld>
            <a:endParaRPr lang="nl-BE"/>
          </a:p>
        </p:txBody>
      </p:sp>
    </p:spTree>
    <p:extLst>
      <p:ext uri="{BB962C8B-B14F-4D97-AF65-F5344CB8AC3E}">
        <p14:creationId xmlns:p14="http://schemas.microsoft.com/office/powerpoint/2010/main" val="473180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8D932-D055-BC01-0F47-90EBED8FD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B1E7C-EA02-3975-DE0F-54C8B9848852}"/>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10D2F8BB-DDE7-362C-4C08-F9CDED0C8A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C734F1-D345-6370-6BA4-7D916CC3F785}"/>
              </a:ext>
            </a:extLst>
          </p:cNvPr>
          <p:cNvSpPr>
            <a:spLocks noGrp="1"/>
          </p:cNvSpPr>
          <p:nvPr>
            <p:ph type="sldNum" sz="quarter" idx="5"/>
          </p:nvPr>
        </p:nvSpPr>
        <p:spPr/>
        <p:txBody>
          <a:bodyPr/>
          <a:lstStyle/>
          <a:p>
            <a:fld id="{6C23E295-A1A5-4488-BC09-D942F81F4A15}" type="slidenum">
              <a:rPr lang="nl-BE" smtClean="0"/>
              <a:t>10</a:t>
            </a:fld>
            <a:endParaRPr lang="nl-BE"/>
          </a:p>
        </p:txBody>
      </p:sp>
    </p:spTree>
    <p:extLst>
      <p:ext uri="{BB962C8B-B14F-4D97-AF65-F5344CB8AC3E}">
        <p14:creationId xmlns:p14="http://schemas.microsoft.com/office/powerpoint/2010/main" val="1974475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B52E5-2C41-0AA1-D61B-1F3912C6D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D06E3-F065-E558-DE38-7BACC92C660A}"/>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5A1B666B-ADA7-D00D-173A-E1DEE4395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81B617-F36A-9F7F-2691-3306BBEB4C6D}"/>
              </a:ext>
            </a:extLst>
          </p:cNvPr>
          <p:cNvSpPr>
            <a:spLocks noGrp="1"/>
          </p:cNvSpPr>
          <p:nvPr>
            <p:ph type="sldNum" sz="quarter" idx="5"/>
          </p:nvPr>
        </p:nvSpPr>
        <p:spPr/>
        <p:txBody>
          <a:bodyPr/>
          <a:lstStyle/>
          <a:p>
            <a:fld id="{6C23E295-A1A5-4488-BC09-D942F81F4A15}" type="slidenum">
              <a:rPr lang="nl-BE" smtClean="0"/>
              <a:t>11</a:t>
            </a:fld>
            <a:endParaRPr lang="nl-BE"/>
          </a:p>
        </p:txBody>
      </p:sp>
    </p:spTree>
    <p:extLst>
      <p:ext uri="{BB962C8B-B14F-4D97-AF65-F5344CB8AC3E}">
        <p14:creationId xmlns:p14="http://schemas.microsoft.com/office/powerpoint/2010/main" val="398025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3F3FF-4A64-F5DC-19B3-724A41968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FE7D4-3E09-8708-7FDC-F8B53FC4198F}"/>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D9C496E4-8E41-8590-E5AA-E7E1C842BE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F782F8-AF76-24E2-EEC0-15ADD1FFB684}"/>
              </a:ext>
            </a:extLst>
          </p:cNvPr>
          <p:cNvSpPr>
            <a:spLocks noGrp="1"/>
          </p:cNvSpPr>
          <p:nvPr>
            <p:ph type="sldNum" sz="quarter" idx="5"/>
          </p:nvPr>
        </p:nvSpPr>
        <p:spPr/>
        <p:txBody>
          <a:bodyPr/>
          <a:lstStyle/>
          <a:p>
            <a:fld id="{6C23E295-A1A5-4488-BC09-D942F81F4A15}" type="slidenum">
              <a:rPr lang="nl-BE" smtClean="0"/>
              <a:t>12</a:t>
            </a:fld>
            <a:endParaRPr lang="nl-BE"/>
          </a:p>
        </p:txBody>
      </p:sp>
    </p:spTree>
    <p:extLst>
      <p:ext uri="{BB962C8B-B14F-4D97-AF65-F5344CB8AC3E}">
        <p14:creationId xmlns:p14="http://schemas.microsoft.com/office/powerpoint/2010/main" val="2738546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0151E-DF7C-E3E9-A184-EC23E5E31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7A1D7-5939-5BA9-3AEC-4BE7BFDA22D9}"/>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CF70307C-963B-45F0-7161-6B42A841CB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97C7E6-0C2E-5C8B-A920-8A78B43B1812}"/>
              </a:ext>
            </a:extLst>
          </p:cNvPr>
          <p:cNvSpPr>
            <a:spLocks noGrp="1"/>
          </p:cNvSpPr>
          <p:nvPr>
            <p:ph type="sldNum" sz="quarter" idx="5"/>
          </p:nvPr>
        </p:nvSpPr>
        <p:spPr/>
        <p:txBody>
          <a:bodyPr/>
          <a:lstStyle/>
          <a:p>
            <a:fld id="{6C23E295-A1A5-4488-BC09-D942F81F4A15}" type="slidenum">
              <a:rPr lang="nl-BE" smtClean="0"/>
              <a:t>13</a:t>
            </a:fld>
            <a:endParaRPr lang="nl-BE"/>
          </a:p>
        </p:txBody>
      </p:sp>
    </p:spTree>
    <p:extLst>
      <p:ext uri="{BB962C8B-B14F-4D97-AF65-F5344CB8AC3E}">
        <p14:creationId xmlns:p14="http://schemas.microsoft.com/office/powerpoint/2010/main" val="4010364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96F7B-D87B-7DE0-F5E6-B637AA586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6852B-FD45-085A-DDD3-A0ECD9A7095F}"/>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CA61209C-88CE-A3A3-FD8B-668049FDEB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F309E4-72FE-1C54-1A36-1B32D70F35B9}"/>
              </a:ext>
            </a:extLst>
          </p:cNvPr>
          <p:cNvSpPr>
            <a:spLocks noGrp="1"/>
          </p:cNvSpPr>
          <p:nvPr>
            <p:ph type="sldNum" sz="quarter" idx="5"/>
          </p:nvPr>
        </p:nvSpPr>
        <p:spPr/>
        <p:txBody>
          <a:bodyPr/>
          <a:lstStyle/>
          <a:p>
            <a:fld id="{6C23E295-A1A5-4488-BC09-D942F81F4A15}" type="slidenum">
              <a:rPr lang="nl-BE" smtClean="0"/>
              <a:t>14</a:t>
            </a:fld>
            <a:endParaRPr lang="nl-BE"/>
          </a:p>
        </p:txBody>
      </p:sp>
    </p:spTree>
    <p:extLst>
      <p:ext uri="{BB962C8B-B14F-4D97-AF65-F5344CB8AC3E}">
        <p14:creationId xmlns:p14="http://schemas.microsoft.com/office/powerpoint/2010/main" val="3361816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F8408-636B-27D3-4189-CB9D5A2EE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9F065-BEF9-4049-96E3-39F9F3527D68}"/>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8F57757B-1A40-3224-A73B-336A751FC8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47B048-42AE-D21D-F376-DAEED577C2B3}"/>
              </a:ext>
            </a:extLst>
          </p:cNvPr>
          <p:cNvSpPr>
            <a:spLocks noGrp="1"/>
          </p:cNvSpPr>
          <p:nvPr>
            <p:ph type="sldNum" sz="quarter" idx="5"/>
          </p:nvPr>
        </p:nvSpPr>
        <p:spPr/>
        <p:txBody>
          <a:bodyPr/>
          <a:lstStyle/>
          <a:p>
            <a:fld id="{6C23E295-A1A5-4488-BC09-D942F81F4A15}" type="slidenum">
              <a:rPr lang="nl-BE" smtClean="0"/>
              <a:t>16</a:t>
            </a:fld>
            <a:endParaRPr lang="nl-BE"/>
          </a:p>
        </p:txBody>
      </p:sp>
    </p:spTree>
    <p:extLst>
      <p:ext uri="{BB962C8B-B14F-4D97-AF65-F5344CB8AC3E}">
        <p14:creationId xmlns:p14="http://schemas.microsoft.com/office/powerpoint/2010/main" val="4124714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B452-A093-63AE-4DBD-346736904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9A008-A795-18D3-7322-7F0D974F3092}"/>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9C22F783-AD12-A2E6-B5BA-A8D2E0126D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937932-14FE-9B12-5025-8BC4DFEC718F}"/>
              </a:ext>
            </a:extLst>
          </p:cNvPr>
          <p:cNvSpPr>
            <a:spLocks noGrp="1"/>
          </p:cNvSpPr>
          <p:nvPr>
            <p:ph type="sldNum" sz="quarter" idx="5"/>
          </p:nvPr>
        </p:nvSpPr>
        <p:spPr/>
        <p:txBody>
          <a:bodyPr/>
          <a:lstStyle/>
          <a:p>
            <a:fld id="{6C23E295-A1A5-4488-BC09-D942F81F4A15}" type="slidenum">
              <a:rPr lang="nl-BE" smtClean="0"/>
              <a:t>17</a:t>
            </a:fld>
            <a:endParaRPr lang="nl-BE"/>
          </a:p>
        </p:txBody>
      </p:sp>
    </p:spTree>
    <p:extLst>
      <p:ext uri="{BB962C8B-B14F-4D97-AF65-F5344CB8AC3E}">
        <p14:creationId xmlns:p14="http://schemas.microsoft.com/office/powerpoint/2010/main" val="2034731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8601-13A1-1B32-4825-89073089C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79224-F27A-844D-20CB-95318E81D5E0}"/>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A194A796-0CC7-F295-0924-8E99A8326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11258E-C8B6-7B03-0306-532855D250DB}"/>
              </a:ext>
            </a:extLst>
          </p:cNvPr>
          <p:cNvSpPr>
            <a:spLocks noGrp="1"/>
          </p:cNvSpPr>
          <p:nvPr>
            <p:ph type="sldNum" sz="quarter" idx="5"/>
          </p:nvPr>
        </p:nvSpPr>
        <p:spPr/>
        <p:txBody>
          <a:bodyPr/>
          <a:lstStyle/>
          <a:p>
            <a:fld id="{6C23E295-A1A5-4488-BC09-D942F81F4A15}" type="slidenum">
              <a:rPr lang="nl-BE" smtClean="0"/>
              <a:t>22</a:t>
            </a:fld>
            <a:endParaRPr lang="nl-BE"/>
          </a:p>
        </p:txBody>
      </p:sp>
    </p:spTree>
    <p:extLst>
      <p:ext uri="{BB962C8B-B14F-4D97-AF65-F5344CB8AC3E}">
        <p14:creationId xmlns:p14="http://schemas.microsoft.com/office/powerpoint/2010/main" val="1078511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9E061-30BE-EAC3-7DCF-4DD75A984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6C7A7-BFC9-B997-B4CB-656D24716171}"/>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D2CDD1C5-B873-97E8-5AA2-53BBCDAB8E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44BDB9-DD57-F259-1F93-AF4534195D68}"/>
              </a:ext>
            </a:extLst>
          </p:cNvPr>
          <p:cNvSpPr>
            <a:spLocks noGrp="1"/>
          </p:cNvSpPr>
          <p:nvPr>
            <p:ph type="sldNum" sz="quarter" idx="5"/>
          </p:nvPr>
        </p:nvSpPr>
        <p:spPr/>
        <p:txBody>
          <a:bodyPr/>
          <a:lstStyle/>
          <a:p>
            <a:fld id="{6C23E295-A1A5-4488-BC09-D942F81F4A15}" type="slidenum">
              <a:rPr lang="nl-BE" smtClean="0"/>
              <a:t>26</a:t>
            </a:fld>
            <a:endParaRPr lang="nl-BE"/>
          </a:p>
        </p:txBody>
      </p:sp>
    </p:spTree>
    <p:extLst>
      <p:ext uri="{BB962C8B-B14F-4D97-AF65-F5344CB8AC3E}">
        <p14:creationId xmlns:p14="http://schemas.microsoft.com/office/powerpoint/2010/main" val="1677329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2F60-9215-766F-E65B-4658F57A8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C7338-AA8E-A24D-6010-DA99D90F915F}"/>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CB623427-2E9D-414C-8AA6-EE103FA56F0E}"/>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254FED7D-F359-EDD4-ED8F-64365CBC1066}"/>
              </a:ext>
            </a:extLst>
          </p:cNvPr>
          <p:cNvSpPr>
            <a:spLocks noGrp="1"/>
          </p:cNvSpPr>
          <p:nvPr>
            <p:ph type="sldNum" sz="quarter" idx="5"/>
          </p:nvPr>
        </p:nvSpPr>
        <p:spPr/>
        <p:txBody>
          <a:bodyPr/>
          <a:lstStyle/>
          <a:p>
            <a:fld id="{6C23E295-A1A5-4488-BC09-D942F81F4A15}" type="slidenum">
              <a:rPr lang="nl-BE" smtClean="0"/>
              <a:t>27</a:t>
            </a:fld>
            <a:endParaRPr lang="nl-BE"/>
          </a:p>
        </p:txBody>
      </p:sp>
    </p:spTree>
    <p:extLst>
      <p:ext uri="{BB962C8B-B14F-4D97-AF65-F5344CB8AC3E}">
        <p14:creationId xmlns:p14="http://schemas.microsoft.com/office/powerpoint/2010/main" val="3147843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E38F9-1D5D-F768-902E-18338B3D4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EA9C0-90BF-1B69-C060-DF080DC94259}"/>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89702A4C-02A8-C8AC-5C89-6E9A69B6E6CC}"/>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931AC082-C210-638C-7924-ECE16863E9CA}"/>
              </a:ext>
            </a:extLst>
          </p:cNvPr>
          <p:cNvSpPr>
            <a:spLocks noGrp="1"/>
          </p:cNvSpPr>
          <p:nvPr>
            <p:ph type="sldNum" sz="quarter" idx="5"/>
          </p:nvPr>
        </p:nvSpPr>
        <p:spPr/>
        <p:txBody>
          <a:bodyPr/>
          <a:lstStyle/>
          <a:p>
            <a:fld id="{6C23E295-A1A5-4488-BC09-D942F81F4A15}" type="slidenum">
              <a:rPr lang="nl-BE" smtClean="0"/>
              <a:t>28</a:t>
            </a:fld>
            <a:endParaRPr lang="nl-BE"/>
          </a:p>
        </p:txBody>
      </p:sp>
    </p:spTree>
    <p:extLst>
      <p:ext uri="{BB962C8B-B14F-4D97-AF65-F5344CB8AC3E}">
        <p14:creationId xmlns:p14="http://schemas.microsoft.com/office/powerpoint/2010/main" val="490027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5950" y="701675"/>
            <a:ext cx="3995738" cy="2247900"/>
          </a:xfrm>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6C23E295-A1A5-4488-BC09-D942F81F4A15}" type="slidenum">
              <a:rPr lang="nl-BE" smtClean="0"/>
              <a:t>30</a:t>
            </a:fld>
            <a:endParaRPr lang="nl-BE"/>
          </a:p>
        </p:txBody>
      </p:sp>
    </p:spTree>
    <p:extLst>
      <p:ext uri="{BB962C8B-B14F-4D97-AF65-F5344CB8AC3E}">
        <p14:creationId xmlns:p14="http://schemas.microsoft.com/office/powerpoint/2010/main" val="1140160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1E3C1-5C05-7E0B-D4FC-51935BDB6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D4BD7-5D2E-0311-AEE7-88ABE447D0C2}"/>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620C76F6-1BC8-F486-5D4F-FF7CB0ABA33C}"/>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BA7FCAC5-205D-56B2-E070-7D4E5F2E65D2}"/>
              </a:ext>
            </a:extLst>
          </p:cNvPr>
          <p:cNvSpPr>
            <a:spLocks noGrp="1"/>
          </p:cNvSpPr>
          <p:nvPr>
            <p:ph type="sldNum" sz="quarter" idx="5"/>
          </p:nvPr>
        </p:nvSpPr>
        <p:spPr/>
        <p:txBody>
          <a:bodyPr/>
          <a:lstStyle/>
          <a:p>
            <a:fld id="{6C23E295-A1A5-4488-BC09-D942F81F4A15}" type="slidenum">
              <a:rPr lang="nl-BE" smtClean="0"/>
              <a:t>31</a:t>
            </a:fld>
            <a:endParaRPr lang="nl-BE"/>
          </a:p>
        </p:txBody>
      </p:sp>
    </p:spTree>
    <p:extLst>
      <p:ext uri="{BB962C8B-B14F-4D97-AF65-F5344CB8AC3E}">
        <p14:creationId xmlns:p14="http://schemas.microsoft.com/office/powerpoint/2010/main" val="2686490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15950" y="701675"/>
            <a:ext cx="3995738" cy="2247900"/>
          </a:xfrm>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4CECC-3F49-FE8D-BDE1-7E957585C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48380-A636-DA2B-C6CB-6493BCBAA024}"/>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5E7E828A-F1AA-8096-9DF7-942492B9D3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4682D6-CA0F-097B-EB72-DDF052CB4957}"/>
              </a:ext>
            </a:extLst>
          </p:cNvPr>
          <p:cNvSpPr>
            <a:spLocks noGrp="1"/>
          </p:cNvSpPr>
          <p:nvPr>
            <p:ph type="sldNum" sz="quarter" idx="5"/>
          </p:nvPr>
        </p:nvSpPr>
        <p:spPr/>
        <p:txBody>
          <a:bodyPr/>
          <a:lstStyle/>
          <a:p>
            <a:fld id="{6C23E295-A1A5-4488-BC09-D942F81F4A15}" type="slidenum">
              <a:rPr lang="nl-BE" smtClean="0"/>
              <a:t>33</a:t>
            </a:fld>
            <a:endParaRPr lang="nl-BE"/>
          </a:p>
        </p:txBody>
      </p:sp>
    </p:spTree>
    <p:extLst>
      <p:ext uri="{BB962C8B-B14F-4D97-AF65-F5344CB8AC3E}">
        <p14:creationId xmlns:p14="http://schemas.microsoft.com/office/powerpoint/2010/main" val="23112109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4D1-F5E9-2252-C937-0C535D7F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42FB8-6443-6DE6-D29B-2547B206075C}"/>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0F18FA16-1892-63EF-9E89-681E1B1D7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599424-F903-3C44-EE36-9F7D12C425E6}"/>
              </a:ext>
            </a:extLst>
          </p:cNvPr>
          <p:cNvSpPr>
            <a:spLocks noGrp="1"/>
          </p:cNvSpPr>
          <p:nvPr>
            <p:ph type="sldNum" sz="quarter" idx="5"/>
          </p:nvPr>
        </p:nvSpPr>
        <p:spPr/>
        <p:txBody>
          <a:bodyPr/>
          <a:lstStyle/>
          <a:p>
            <a:fld id="{6C23E295-A1A5-4488-BC09-D942F81F4A15}" type="slidenum">
              <a:rPr lang="nl-BE" smtClean="0"/>
              <a:t>36</a:t>
            </a:fld>
            <a:endParaRPr lang="nl-BE"/>
          </a:p>
        </p:txBody>
      </p:sp>
    </p:spTree>
    <p:extLst>
      <p:ext uri="{BB962C8B-B14F-4D97-AF65-F5344CB8AC3E}">
        <p14:creationId xmlns:p14="http://schemas.microsoft.com/office/powerpoint/2010/main" val="26257927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8435-6C16-782F-E301-3A24D3131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57E32-E24E-4E26-E517-1F724266CEE7}"/>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AA104C32-8367-2D80-EC07-59DAA2BED3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B5361B-29B0-0526-BD1D-BF56486F2DAC}"/>
              </a:ext>
            </a:extLst>
          </p:cNvPr>
          <p:cNvSpPr>
            <a:spLocks noGrp="1"/>
          </p:cNvSpPr>
          <p:nvPr>
            <p:ph type="sldNum" sz="quarter" idx="5"/>
          </p:nvPr>
        </p:nvSpPr>
        <p:spPr/>
        <p:txBody>
          <a:bodyPr/>
          <a:lstStyle/>
          <a:p>
            <a:fld id="{6C23E295-A1A5-4488-BC09-D942F81F4A15}" type="slidenum">
              <a:rPr lang="nl-BE" smtClean="0"/>
              <a:t>37</a:t>
            </a:fld>
            <a:endParaRPr lang="nl-BE"/>
          </a:p>
        </p:txBody>
      </p:sp>
    </p:spTree>
    <p:extLst>
      <p:ext uri="{BB962C8B-B14F-4D97-AF65-F5344CB8AC3E}">
        <p14:creationId xmlns:p14="http://schemas.microsoft.com/office/powerpoint/2010/main" val="549239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1F4D0-95CC-AAF5-4A55-DF3BEF665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48C07-6557-FF9C-75C5-34C1789FC435}"/>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10DA7488-4573-ACEE-5C59-ACE62A1C74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72EE9A-8B87-66B8-6F3B-456E96C5B36F}"/>
              </a:ext>
            </a:extLst>
          </p:cNvPr>
          <p:cNvSpPr>
            <a:spLocks noGrp="1"/>
          </p:cNvSpPr>
          <p:nvPr>
            <p:ph type="sldNum" sz="quarter" idx="5"/>
          </p:nvPr>
        </p:nvSpPr>
        <p:spPr/>
        <p:txBody>
          <a:bodyPr/>
          <a:lstStyle/>
          <a:p>
            <a:fld id="{6C23E295-A1A5-4488-BC09-D942F81F4A15}" type="slidenum">
              <a:rPr lang="nl-BE" smtClean="0"/>
              <a:t>38</a:t>
            </a:fld>
            <a:endParaRPr lang="nl-BE"/>
          </a:p>
        </p:txBody>
      </p:sp>
    </p:spTree>
    <p:extLst>
      <p:ext uri="{BB962C8B-B14F-4D97-AF65-F5344CB8AC3E}">
        <p14:creationId xmlns:p14="http://schemas.microsoft.com/office/powerpoint/2010/main" val="30394443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6BC68-8552-7274-FD41-77F2E9465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830DF2-EA94-8119-A533-3858276205F8}"/>
              </a:ext>
            </a:extLst>
          </p:cNvPr>
          <p:cNvSpPr>
            <a:spLocks noGrp="1" noRot="1" noChangeAspect="1"/>
          </p:cNvSpPr>
          <p:nvPr>
            <p:ph type="sldImg"/>
          </p:nvPr>
        </p:nvSpPr>
        <p:spPr>
          <a:xfrm>
            <a:off x="615950" y="701675"/>
            <a:ext cx="3995738" cy="2247900"/>
          </a:xfrm>
        </p:spPr>
      </p:sp>
      <p:sp>
        <p:nvSpPr>
          <p:cNvPr id="3" name="Notes Placeholder 2">
            <a:extLst>
              <a:ext uri="{FF2B5EF4-FFF2-40B4-BE49-F238E27FC236}">
                <a16:creationId xmlns:a16="http://schemas.microsoft.com/office/drawing/2014/main" id="{EB928E59-2102-4B55-18E4-3CE8D8A2CFE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1D386377-02A5-534E-C523-2AD591DA8637}"/>
              </a:ext>
            </a:extLst>
          </p:cNvPr>
          <p:cNvSpPr>
            <a:spLocks noGrp="1"/>
          </p:cNvSpPr>
          <p:nvPr>
            <p:ph type="sldNum" sz="quarter" idx="5"/>
          </p:nvPr>
        </p:nvSpPr>
        <p:spPr/>
        <p:txBody>
          <a:bodyPr/>
          <a:lstStyle/>
          <a:p>
            <a:fld id="{6C23E295-A1A5-4488-BC09-D942F81F4A15}" type="slidenum">
              <a:rPr lang="nl-BE" smtClean="0"/>
              <a:t>39</a:t>
            </a:fld>
            <a:endParaRPr lang="nl-BE"/>
          </a:p>
        </p:txBody>
      </p:sp>
    </p:spTree>
    <p:extLst>
      <p:ext uri="{BB962C8B-B14F-4D97-AF65-F5344CB8AC3E}">
        <p14:creationId xmlns:p14="http://schemas.microsoft.com/office/powerpoint/2010/main" val="10571763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40</a:t>
            </a:fld>
            <a:endParaRPr lang="nl-BE"/>
          </a:p>
        </p:txBody>
      </p:sp>
    </p:spTree>
    <p:extLst>
      <p:ext uri="{BB962C8B-B14F-4D97-AF65-F5344CB8AC3E}">
        <p14:creationId xmlns:p14="http://schemas.microsoft.com/office/powerpoint/2010/main" val="3558326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41</a:t>
            </a:fld>
            <a:endParaRPr lang="nl-BE"/>
          </a:p>
        </p:txBody>
      </p:sp>
    </p:spTree>
    <p:extLst>
      <p:ext uri="{BB962C8B-B14F-4D97-AF65-F5344CB8AC3E}">
        <p14:creationId xmlns:p14="http://schemas.microsoft.com/office/powerpoint/2010/main" val="750696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016D-2995-A821-D0CC-1C2D4992FB5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70652A6-90B9-3FC4-A288-D5539A079402}"/>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05641510-3362-EA96-68EB-0B4B107D3D1A}"/>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36840C56-E6AD-E5D9-9206-F84046B90C98}"/>
              </a:ext>
            </a:extLst>
          </p:cNvPr>
          <p:cNvSpPr>
            <a:spLocks noGrp="1"/>
          </p:cNvSpPr>
          <p:nvPr>
            <p:ph type="sldNum" sz="quarter" idx="5"/>
          </p:nvPr>
        </p:nvSpPr>
        <p:spPr/>
        <p:txBody>
          <a:bodyPr/>
          <a:lstStyle/>
          <a:p>
            <a:fld id="{6C23E295-A1A5-4488-BC09-D942F81F4A15}" type="slidenum">
              <a:rPr lang="nl-BE" smtClean="0"/>
              <a:t>43</a:t>
            </a:fld>
            <a:endParaRPr lang="nl-BE"/>
          </a:p>
        </p:txBody>
      </p:sp>
    </p:spTree>
    <p:extLst>
      <p:ext uri="{BB962C8B-B14F-4D97-AF65-F5344CB8AC3E}">
        <p14:creationId xmlns:p14="http://schemas.microsoft.com/office/powerpoint/2010/main" val="14896075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55B0-B829-421A-8DF2-3013BE80C54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74032A9-C343-9E36-48B2-9D5EA73DF079}"/>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4788C045-42B0-6A95-EC52-2EC9A3508D3B}"/>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48FDA5CC-208D-132F-7D59-106A0C11793A}"/>
              </a:ext>
            </a:extLst>
          </p:cNvPr>
          <p:cNvSpPr>
            <a:spLocks noGrp="1"/>
          </p:cNvSpPr>
          <p:nvPr>
            <p:ph type="sldNum" sz="quarter" idx="5"/>
          </p:nvPr>
        </p:nvSpPr>
        <p:spPr/>
        <p:txBody>
          <a:bodyPr/>
          <a:lstStyle/>
          <a:p>
            <a:fld id="{6C23E295-A1A5-4488-BC09-D942F81F4A15}" type="slidenum">
              <a:rPr lang="nl-BE" smtClean="0"/>
              <a:t>44</a:t>
            </a:fld>
            <a:endParaRPr lang="nl-BE"/>
          </a:p>
        </p:txBody>
      </p:sp>
    </p:spTree>
    <p:extLst>
      <p:ext uri="{BB962C8B-B14F-4D97-AF65-F5344CB8AC3E}">
        <p14:creationId xmlns:p14="http://schemas.microsoft.com/office/powerpoint/2010/main" val="19390726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49EB-6403-9D85-45D2-4D231953BFD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199E600-263B-F91E-B793-1333FBFBD4B1}"/>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4C1FAA24-1417-86DB-A4F8-19B872185610}"/>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7883B802-1353-BE0F-5134-DFF79497B621}"/>
              </a:ext>
            </a:extLst>
          </p:cNvPr>
          <p:cNvSpPr>
            <a:spLocks noGrp="1"/>
          </p:cNvSpPr>
          <p:nvPr>
            <p:ph type="sldNum" sz="quarter" idx="5"/>
          </p:nvPr>
        </p:nvSpPr>
        <p:spPr/>
        <p:txBody>
          <a:bodyPr/>
          <a:lstStyle/>
          <a:p>
            <a:fld id="{6C23E295-A1A5-4488-BC09-D942F81F4A15}" type="slidenum">
              <a:rPr lang="nl-BE" smtClean="0"/>
              <a:t>46</a:t>
            </a:fld>
            <a:endParaRPr lang="nl-BE"/>
          </a:p>
        </p:txBody>
      </p:sp>
    </p:spTree>
    <p:extLst>
      <p:ext uri="{BB962C8B-B14F-4D97-AF65-F5344CB8AC3E}">
        <p14:creationId xmlns:p14="http://schemas.microsoft.com/office/powerpoint/2010/main" val="7393563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16882-BF0E-8C59-E8FD-7DFD971496A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74256AF7-0884-21D7-C412-C35B173203E3}"/>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B8ED9EC7-2E3A-8251-EC5C-F4262AF7BF9D}"/>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7B032BF-4E60-A93E-AAE1-C78D79478AE1}"/>
              </a:ext>
            </a:extLst>
          </p:cNvPr>
          <p:cNvSpPr>
            <a:spLocks noGrp="1"/>
          </p:cNvSpPr>
          <p:nvPr>
            <p:ph type="sldNum" sz="quarter" idx="5"/>
          </p:nvPr>
        </p:nvSpPr>
        <p:spPr/>
        <p:txBody>
          <a:bodyPr/>
          <a:lstStyle/>
          <a:p>
            <a:fld id="{6C23E295-A1A5-4488-BC09-D942F81F4A15}" type="slidenum">
              <a:rPr lang="nl-BE" smtClean="0"/>
              <a:t>47</a:t>
            </a:fld>
            <a:endParaRPr lang="nl-BE"/>
          </a:p>
        </p:txBody>
      </p:sp>
    </p:spTree>
    <p:extLst>
      <p:ext uri="{BB962C8B-B14F-4D97-AF65-F5344CB8AC3E}">
        <p14:creationId xmlns:p14="http://schemas.microsoft.com/office/powerpoint/2010/main" val="13091112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654B-2463-3E33-F072-B50279B7547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93492E5-D90B-CB24-3E4A-DE18DA3DD1AF}"/>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65994080-9A27-36C2-3A09-CE848AF0B561}"/>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199FC9BC-9105-3F3D-60CF-90081A02E4AE}"/>
              </a:ext>
            </a:extLst>
          </p:cNvPr>
          <p:cNvSpPr>
            <a:spLocks noGrp="1"/>
          </p:cNvSpPr>
          <p:nvPr>
            <p:ph type="sldNum" sz="quarter" idx="5"/>
          </p:nvPr>
        </p:nvSpPr>
        <p:spPr/>
        <p:txBody>
          <a:bodyPr/>
          <a:lstStyle/>
          <a:p>
            <a:fld id="{6C23E295-A1A5-4488-BC09-D942F81F4A15}" type="slidenum">
              <a:rPr lang="nl-BE" smtClean="0"/>
              <a:t>48</a:t>
            </a:fld>
            <a:endParaRPr lang="nl-BE"/>
          </a:p>
        </p:txBody>
      </p:sp>
    </p:spTree>
    <p:extLst>
      <p:ext uri="{BB962C8B-B14F-4D97-AF65-F5344CB8AC3E}">
        <p14:creationId xmlns:p14="http://schemas.microsoft.com/office/powerpoint/2010/main" val="3063546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0A7F-3433-5D68-4E54-A45590E5CDF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F246565-2368-08A2-2F17-4F88B26AC5D2}"/>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4F96B018-BF1D-0F1D-7E29-786FE2D65F02}"/>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EF30D6CC-F109-C74E-8969-E51CCA86A49E}"/>
              </a:ext>
            </a:extLst>
          </p:cNvPr>
          <p:cNvSpPr>
            <a:spLocks noGrp="1"/>
          </p:cNvSpPr>
          <p:nvPr>
            <p:ph type="sldNum" sz="quarter" idx="5"/>
          </p:nvPr>
        </p:nvSpPr>
        <p:spPr/>
        <p:txBody>
          <a:bodyPr/>
          <a:lstStyle/>
          <a:p>
            <a:fld id="{6C23E295-A1A5-4488-BC09-D942F81F4A15}" type="slidenum">
              <a:rPr lang="nl-BE" smtClean="0"/>
              <a:t>49</a:t>
            </a:fld>
            <a:endParaRPr lang="nl-BE"/>
          </a:p>
        </p:txBody>
      </p:sp>
    </p:spTree>
    <p:extLst>
      <p:ext uri="{BB962C8B-B14F-4D97-AF65-F5344CB8AC3E}">
        <p14:creationId xmlns:p14="http://schemas.microsoft.com/office/powerpoint/2010/main" val="18459881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43E1-A095-9353-1A2D-734165F35DF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2549356-3B78-42B8-C4EA-E12C5FC6D592}"/>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B1CC54A1-F726-4DD8-BCDE-E50C2C57346E}"/>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F6316EED-9477-9A3C-77BB-6D6E7B051ACA}"/>
              </a:ext>
            </a:extLst>
          </p:cNvPr>
          <p:cNvSpPr>
            <a:spLocks noGrp="1"/>
          </p:cNvSpPr>
          <p:nvPr>
            <p:ph type="sldNum" sz="quarter" idx="5"/>
          </p:nvPr>
        </p:nvSpPr>
        <p:spPr/>
        <p:txBody>
          <a:bodyPr/>
          <a:lstStyle/>
          <a:p>
            <a:fld id="{6C23E295-A1A5-4488-BC09-D942F81F4A15}" type="slidenum">
              <a:rPr lang="nl-BE" smtClean="0"/>
              <a:t>50</a:t>
            </a:fld>
            <a:endParaRPr lang="nl-BE"/>
          </a:p>
        </p:txBody>
      </p:sp>
    </p:spTree>
    <p:extLst>
      <p:ext uri="{BB962C8B-B14F-4D97-AF65-F5344CB8AC3E}">
        <p14:creationId xmlns:p14="http://schemas.microsoft.com/office/powerpoint/2010/main" val="1669619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6F544-A602-EEF6-A042-6BBD9A0B480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0F0EC0CA-359D-B97B-81C6-F6D4E384392E}"/>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76AC7515-9D39-3317-E670-FA8804ED8E6A}"/>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DA38DEEB-56CD-0221-B1EE-C4EA56396B29}"/>
              </a:ext>
            </a:extLst>
          </p:cNvPr>
          <p:cNvSpPr>
            <a:spLocks noGrp="1"/>
          </p:cNvSpPr>
          <p:nvPr>
            <p:ph type="sldNum" sz="quarter" idx="5"/>
          </p:nvPr>
        </p:nvSpPr>
        <p:spPr/>
        <p:txBody>
          <a:bodyPr/>
          <a:lstStyle/>
          <a:p>
            <a:fld id="{6C23E295-A1A5-4488-BC09-D942F81F4A15}" type="slidenum">
              <a:rPr lang="nl-BE" smtClean="0"/>
              <a:t>51</a:t>
            </a:fld>
            <a:endParaRPr lang="nl-BE"/>
          </a:p>
        </p:txBody>
      </p:sp>
    </p:spTree>
    <p:extLst>
      <p:ext uri="{BB962C8B-B14F-4D97-AF65-F5344CB8AC3E}">
        <p14:creationId xmlns:p14="http://schemas.microsoft.com/office/powerpoint/2010/main" val="2140704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4F1E-0E8F-444F-A5C3-5D3413F1F66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EF1E44FA-D9CC-9CB7-0AF2-04A16F4CE543}"/>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5EE38FB2-BD79-F0CE-8873-75AFD8778AA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409D5737-23E0-3C61-273A-1BC03D64AE8F}"/>
              </a:ext>
            </a:extLst>
          </p:cNvPr>
          <p:cNvSpPr>
            <a:spLocks noGrp="1"/>
          </p:cNvSpPr>
          <p:nvPr>
            <p:ph type="sldNum" sz="quarter" idx="5"/>
          </p:nvPr>
        </p:nvSpPr>
        <p:spPr/>
        <p:txBody>
          <a:bodyPr/>
          <a:lstStyle/>
          <a:p>
            <a:fld id="{6C23E295-A1A5-4488-BC09-D942F81F4A15}" type="slidenum">
              <a:rPr lang="nl-BE" smtClean="0"/>
              <a:t>52</a:t>
            </a:fld>
            <a:endParaRPr lang="nl-BE"/>
          </a:p>
        </p:txBody>
      </p:sp>
    </p:spTree>
    <p:extLst>
      <p:ext uri="{BB962C8B-B14F-4D97-AF65-F5344CB8AC3E}">
        <p14:creationId xmlns:p14="http://schemas.microsoft.com/office/powerpoint/2010/main" val="8042028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3AAF8-1A39-ED31-26B5-46BE2BB78C1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4D370DE-0509-3CD0-B521-C655D2861081}"/>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00F564FC-914D-9264-BB80-4CE714280685}"/>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2CCDB12A-3E98-59EB-45AF-FADFFFFE49C1}"/>
              </a:ext>
            </a:extLst>
          </p:cNvPr>
          <p:cNvSpPr>
            <a:spLocks noGrp="1"/>
          </p:cNvSpPr>
          <p:nvPr>
            <p:ph type="sldNum" sz="quarter" idx="5"/>
          </p:nvPr>
        </p:nvSpPr>
        <p:spPr/>
        <p:txBody>
          <a:bodyPr/>
          <a:lstStyle/>
          <a:p>
            <a:fld id="{6C23E295-A1A5-4488-BC09-D942F81F4A15}" type="slidenum">
              <a:rPr lang="nl-BE" smtClean="0"/>
              <a:t>53</a:t>
            </a:fld>
            <a:endParaRPr lang="nl-BE"/>
          </a:p>
        </p:txBody>
      </p:sp>
    </p:spTree>
    <p:extLst>
      <p:ext uri="{BB962C8B-B14F-4D97-AF65-F5344CB8AC3E}">
        <p14:creationId xmlns:p14="http://schemas.microsoft.com/office/powerpoint/2010/main" val="3179880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3D59F-7117-F005-9B8D-73330092A48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09795BD-D218-E494-7813-7C258973A6C0}"/>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F0B380B1-E975-9BCD-272A-4C612A7BA65E}"/>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11B14D21-AC9E-2329-762E-2DB37D117C76}"/>
              </a:ext>
            </a:extLst>
          </p:cNvPr>
          <p:cNvSpPr>
            <a:spLocks noGrp="1"/>
          </p:cNvSpPr>
          <p:nvPr>
            <p:ph type="sldNum" sz="quarter" idx="5"/>
          </p:nvPr>
        </p:nvSpPr>
        <p:spPr/>
        <p:txBody>
          <a:bodyPr/>
          <a:lstStyle/>
          <a:p>
            <a:fld id="{6C23E295-A1A5-4488-BC09-D942F81F4A15}" type="slidenum">
              <a:rPr lang="nl-BE" smtClean="0"/>
              <a:t>54</a:t>
            </a:fld>
            <a:endParaRPr lang="nl-BE"/>
          </a:p>
        </p:txBody>
      </p:sp>
    </p:spTree>
    <p:extLst>
      <p:ext uri="{BB962C8B-B14F-4D97-AF65-F5344CB8AC3E}">
        <p14:creationId xmlns:p14="http://schemas.microsoft.com/office/powerpoint/2010/main" val="7642241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613A-C9CA-56D5-D528-A521FB80D0D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55481C4-1F7E-4FDC-4FEC-CBB319E882FC}"/>
              </a:ext>
            </a:extLst>
          </p:cNvPr>
          <p:cNvSpPr>
            <a:spLocks noGrp="1" noRot="1" noChangeAspect="1"/>
          </p:cNvSpPr>
          <p:nvPr>
            <p:ph type="sldImg"/>
          </p:nvPr>
        </p:nvSpPr>
        <p:spPr>
          <a:xfrm>
            <a:off x="615950" y="701675"/>
            <a:ext cx="3995738" cy="2247900"/>
          </a:xfrm>
        </p:spPr>
      </p:sp>
      <p:sp>
        <p:nvSpPr>
          <p:cNvPr id="3" name="Tijdelijke aanduiding voor notities 2">
            <a:extLst>
              <a:ext uri="{FF2B5EF4-FFF2-40B4-BE49-F238E27FC236}">
                <a16:creationId xmlns:a16="http://schemas.microsoft.com/office/drawing/2014/main" id="{F673D69B-0564-D342-D7D6-CD598CDE1273}"/>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FCAABE26-846C-BE0C-24E9-B450130AF400}"/>
              </a:ext>
            </a:extLst>
          </p:cNvPr>
          <p:cNvSpPr>
            <a:spLocks noGrp="1"/>
          </p:cNvSpPr>
          <p:nvPr>
            <p:ph type="sldNum" sz="quarter" idx="5"/>
          </p:nvPr>
        </p:nvSpPr>
        <p:spPr/>
        <p:txBody>
          <a:bodyPr/>
          <a:lstStyle/>
          <a:p>
            <a:fld id="{6C23E295-A1A5-4488-BC09-D942F81F4A15}" type="slidenum">
              <a:rPr lang="nl-BE" smtClean="0"/>
              <a:t>55</a:t>
            </a:fld>
            <a:endParaRPr lang="nl-BE"/>
          </a:p>
        </p:txBody>
      </p:sp>
    </p:spTree>
    <p:extLst>
      <p:ext uri="{BB962C8B-B14F-4D97-AF65-F5344CB8AC3E}">
        <p14:creationId xmlns:p14="http://schemas.microsoft.com/office/powerpoint/2010/main" val="282414396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udenthowest.sharepoint.com/sites/staff/COMM/SitePages/Huisstijl.aspx"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2.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3.xml"/><Relationship Id="rId6" Type="http://schemas.openxmlformats.org/officeDocument/2006/relationships/image" Target="../media/image5.JPG"/><Relationship Id="rId11" Type="http://schemas.openxmlformats.org/officeDocument/2006/relationships/image" Target="../media/image8.jp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2.0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hlinkClick r:id="rId9"/>
              </a:rPr>
              <a:t>https://studenthowest.sharepoint.com/sites/staff/COMM/SitePages/Huisstijl.aspx</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4" name="Afbeelding 3">
            <a:extLst>
              <a:ext uri="{FF2B5EF4-FFF2-40B4-BE49-F238E27FC236}">
                <a16:creationId xmlns:a16="http://schemas.microsoft.com/office/drawing/2014/main" id="{5B39836E-004F-43A1-BAE3-C85C57A18D2C}"/>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0736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dirty="0"/>
            </a:br>
            <a:br>
              <a:rPr lang="nl-BE" noProof="0" dirty="0"/>
            </a:br>
            <a:r>
              <a:rPr lang="nl-BE" noProof="0" dirty="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746299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6711901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756918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378976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F191AB2-F5EF-4770-88F1-91502C3C37AB}" type="datetime1">
              <a:rPr lang="nl-BE" noProof="0" smtClean="0"/>
              <a:t>26/10/2026</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Robotics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noProof="0" smtClean="0"/>
              <a:pPr/>
              <a:t>‹#›</a:t>
            </a:fld>
            <a:endParaRPr lang="nl-BE" noProof="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1517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0C071CD-37D4-4CBA-A968-65DA1293A289}" type="datetime1">
              <a:rPr lang="nl-BE" noProof="0" smtClean="0"/>
              <a:t>26/10/2026</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noProof="0"/>
              <a:t>Robotics - introduction to the course</a:t>
            </a:r>
            <a:endParaRPr lang="nl-BE" noProof="0"/>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161375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C67B11B-C4CF-4DAE-AEB8-1C95F54A0231}"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028344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038733B-9B08-4C86-976E-3E07057AF9C2}"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701883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9DD81D0-EE19-4BC0-8E4E-88B149515D9E}"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1238711"/>
      </p:ext>
    </p:extLst>
  </p:cSld>
  <p:clrMapOvr>
    <a:masterClrMapping/>
  </p:clrMapOvr>
  <p:extLst>
    <p:ext uri="{DCECCB84-F9BA-43D5-87BE-67443E8EF086}">
      <p15:sldGuideLst xmlns:p15="http://schemas.microsoft.com/office/powerpoint/2012/main">
        <p15:guide id="4" pos="110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F435DFB-3EDB-43D0-991F-7BBFD4E8B9D5}"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15514383"/>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A964EFB-BD7F-479F-A0FC-BB9601D24AAC}" type="datetime1">
              <a:rPr lang="nl-BE" smtClean="0"/>
              <a:t>26/10/2026</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163273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165259D-F9B1-45AA-80C3-2CC08466CCE0}"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2371907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F073591-81AE-4513-A916-B817C889799F}"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9673714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4583D04-7FDC-4F8D-98BF-579B25FB8073}"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205112904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019C4DA-6E52-4854-86BA-B74019FFC562}"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7547701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071FDFF-AB89-4B44-B6B9-19A6BB0B2385}"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868049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8D14363-1873-45CB-A13F-157772595815}"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281145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C745074-76A1-464B-B9C3-65001A653D8D}"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554308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8A73BD2-A47C-43C9-8567-6CD9541402B4}"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179155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1CEF180-1FBD-4152-B208-E06F80F537F2}" type="datetime1">
              <a:rPr lang="nl-BE" smtClean="0"/>
              <a:t>26/10/2026</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9465612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D21EF8D-C11F-40EB-BA25-2EF33A590468}" type="datetime1">
              <a:rPr lang="nl-BE" smtClean="0"/>
              <a:t>26/10/2026</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23051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9873AB1-0A6D-46B4-A280-5EACC7907A2A}" type="datetime1">
              <a:rPr lang="nl-BE" smtClean="0"/>
              <a:t>26/10/2026</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51920761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6451A96-350F-4F1D-B61C-68C476C5535D}" type="datetime1">
              <a:rPr lang="nl-BE" smtClean="0"/>
              <a:t>26/10/2026</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797915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5CE1FEB-B313-45E7-8CA8-BD6EAC949D74}" type="datetime1">
              <a:rPr lang="nl-BE" smtClean="0"/>
              <a:t>26/10/2026</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6262081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5868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CB240C3F-0CBE-43DA-B915-ADD14E9397EB}"/>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0727203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65262"/>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en-GB" noProof="0"/>
            </a:br>
            <a:br>
              <a:rPr lang="en-GB" noProof="0"/>
            </a:br>
            <a:r>
              <a:rPr lang="en-GB"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Ondertitel tekst</a:t>
            </a:r>
          </a:p>
        </p:txBody>
      </p:sp>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pic>
        <p:nvPicPr>
          <p:cNvPr id="12" name="Graphic 11">
            <a:extLst>
              <a:ext uri="{FF2B5EF4-FFF2-40B4-BE49-F238E27FC236}">
                <a16:creationId xmlns:a16="http://schemas.microsoft.com/office/drawing/2014/main" id="{CAD32F27-0931-4A36-A228-C5DD842F358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1" y="357904"/>
            <a:ext cx="7601331" cy="3895344"/>
          </a:xfrm>
          <a:prstGeom prst="rect">
            <a:avLst/>
          </a:prstGeom>
        </p:spPr>
      </p:pic>
    </p:spTree>
    <p:extLst>
      <p:ext uri="{BB962C8B-B14F-4D97-AF65-F5344CB8AC3E}">
        <p14:creationId xmlns:p14="http://schemas.microsoft.com/office/powerpoint/2010/main" val="354345904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en-GB"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Klikken om de ondertitelstijl </a:t>
            </a:r>
          </a:p>
          <a:p>
            <a:r>
              <a:rPr lang="en-GB" noProof="0"/>
              <a:t>van het model </a:t>
            </a:r>
          </a:p>
          <a:p>
            <a:r>
              <a:rPr lang="en-GB" noProof="0"/>
              <a:t>te bewerken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F7EE5D66-D7E4-4BDC-948E-FA0C01C6A5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32904365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en-GB" noProof="0"/>
              <a:t>“Klik om quote </a:t>
            </a:r>
            <a:br>
              <a:rPr lang="en-GB" noProof="0"/>
            </a:br>
            <a:r>
              <a:rPr lang="en-GB"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 om de Naam en Voornaam in te voegen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30A4158E-317F-4A86-B1B9-6DBC4007AC4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28370891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en-GB"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Agendapunt 1</a:t>
            </a:r>
          </a:p>
          <a:p>
            <a:r>
              <a:rPr lang="en-GB" noProof="0"/>
              <a:t>Agendapunt 2</a:t>
            </a:r>
          </a:p>
          <a:p>
            <a:r>
              <a:rPr lang="en-GB" noProof="0"/>
              <a:t>Agendapunt 3</a:t>
            </a:r>
          </a:p>
          <a:p>
            <a:r>
              <a:rPr lang="en-GB" noProof="0"/>
              <a:t>Agendapunt 4</a:t>
            </a:r>
          </a:p>
          <a:p>
            <a:r>
              <a:rPr lang="en-GB" noProof="0"/>
              <a:t>Agendapunt 5</a:t>
            </a:r>
          </a:p>
          <a:p>
            <a:r>
              <a:rPr lang="en-GB" noProof="0"/>
              <a:t>Agendapunt 6</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9B1B0592-CA51-4965-AEB9-DEFB73DA845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10974092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0B3ECAD-8C27-47E0-A824-4CEECC0981B7}" type="datetime1">
              <a:rPr lang="nl-BE" smtClean="0"/>
              <a:t>26/10/2026</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01704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7278140-6703-4B7B-9584-97B571B1365C}" type="datetime1">
              <a:rPr lang="nl-BE" smtClean="0"/>
              <a:t>26/10/2026</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7884447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FFD61CB-8E34-4D4B-95F5-2B50BCB2B663}"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2222648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C223E59-C695-4F3B-959C-0E2C44659BFF}"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en-GB"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090155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1472F31-E2F8-401A-B27F-0030B6F6878A}"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22381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DC456A2-63BF-43E3-A499-9051B53AB8CC}"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863784025"/>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11550A1-65A0-427D-A331-FBCD128906B3}" type="datetime1">
              <a:rPr lang="nl-BE" smtClean="0"/>
              <a:t>26/10/2026</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3044979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CA9DDE7-02E2-466D-8FF7-270425C33416}"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2957828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BC5CC1C-E9FF-40E0-AE96-ED90D61904A7}"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9498615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6AD5065-32EE-4128-8F33-FB3287BE6416}"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1723938962"/>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9AB4C3A-BCF2-4710-8E00-6233DBEB0AE6}"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33260486"/>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D409B72-4991-4A4F-88C9-483242DC46B5}"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61945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E7E2553-36B9-4A5A-8C75-5E8FC8ACCD56}"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9677247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F3CB23E-1EC8-4C69-A207-42E3D401B673}"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4874998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536E3C0-A273-479E-BEFD-DE4EF8D395D1}"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9398938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7E03352-24DE-45FD-8176-F3ECB129940B}" type="datetime1">
              <a:rPr lang="nl-BE" smtClean="0"/>
              <a:t>26/10/2026</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7333755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C8F68E1-8DB7-4F67-8280-4D6C5169B514}" type="datetime1">
              <a:rPr lang="nl-BE" smtClean="0"/>
              <a:t>26/10/2026</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6071378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AAB4F30-BD5B-485E-81BD-AAE4424D6845}" type="datetime1">
              <a:rPr lang="nl-BE" smtClean="0"/>
              <a:t>26/10/2026</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8553268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NL" dirty="0"/>
              <a:t>Titel</a:t>
            </a:r>
            <a:endParaRPr lang="nl-BE" dirty="0"/>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48DBA70-72C8-4ED9-A720-44F1E9225AEB}" type="datetime1">
              <a:rPr lang="nl-BE" smtClean="0"/>
              <a:t>26/10/2026</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10389513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1C916AF-B971-4DEB-85AE-F52BB72E9ED7}" type="datetime1">
              <a:rPr lang="nl-BE" smtClean="0"/>
              <a:t>26/10/2026</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8334863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4126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5574E764-4DF0-401B-8634-39C5C89BB7CE}"/>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t="4581"/>
          <a:stretch/>
        </p:blipFill>
        <p:spPr>
          <a:xfrm>
            <a:off x="1068067" y="4531519"/>
            <a:ext cx="5267788" cy="4623295"/>
          </a:xfrm>
          <a:prstGeom prst="rect">
            <a:avLst/>
          </a:prstGeom>
        </p:spPr>
      </p:pic>
    </p:spTree>
    <p:extLst>
      <p:ext uri="{BB962C8B-B14F-4D97-AF65-F5344CB8AC3E}">
        <p14:creationId xmlns:p14="http://schemas.microsoft.com/office/powerpoint/2010/main" val="1837244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52464918"/>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4004086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3591553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23027432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74E7E43-48DF-465E-B80D-93694282D27C}" type="datetime1">
              <a:rPr lang="nl-BE" smtClean="0"/>
              <a:t>26/10/2026</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4E33BA09-67C0-408C-8B50-3F1EBDFBB6A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28369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0E6492E-B3B5-449B-BC64-C0402B43AD99}" type="datetime1">
              <a:rPr lang="nl-BE" smtClean="0"/>
              <a:t>26/10/2026</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
        <p:nvSpPr>
          <p:cNvPr id="17" name="Slide Number Placeholder 5">
            <a:extLst>
              <a:ext uri="{FF2B5EF4-FFF2-40B4-BE49-F238E27FC236}">
                <a16:creationId xmlns:a16="http://schemas.microsoft.com/office/drawing/2014/main" id="{535CD291-C318-4F7C-BE2D-0968FAAC202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9189965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FF322CD-A267-4ADC-BAEF-7E2B2142BBBC}"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754E2B3E-4C74-4A6A-953D-C55A6E902B8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709396467"/>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78A6021-6DB9-4782-BD35-6D74D3340C4F}"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E298B6C7-E64D-451B-B8F5-BDD2AEEBAC0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48905668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8ACEE49-0791-4554-8CCC-16FDBC2DB1E7}"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
        <p:nvSpPr>
          <p:cNvPr id="10" name="Slide Number Placeholder 5">
            <a:extLst>
              <a:ext uri="{FF2B5EF4-FFF2-40B4-BE49-F238E27FC236}">
                <a16:creationId xmlns:a16="http://schemas.microsoft.com/office/drawing/2014/main" id="{E933CE10-84EB-48D5-9DBB-6D5D909491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63498780"/>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4903F41C-84CB-497B-9357-BC107368BC48}" type="datetime1">
              <a:rPr lang="nl-BE" smtClean="0"/>
              <a:t>26/10/2026</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
        <p:nvSpPr>
          <p:cNvPr id="8" name="Slide Number Placeholder 5">
            <a:extLst>
              <a:ext uri="{FF2B5EF4-FFF2-40B4-BE49-F238E27FC236}">
                <a16:creationId xmlns:a16="http://schemas.microsoft.com/office/drawing/2014/main" id="{A7541285-D923-49F0-9255-B49296C75D2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170975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769A901-5621-406F-AF2C-32CA6D23C2CE}" type="datetime1">
              <a:rPr lang="nl-BE" smtClean="0"/>
              <a:t>26/10/2026</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E4EA7E3C-8D96-4688-A34D-5E20B15746F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035366188"/>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156116E-7ADC-4DF0-A003-C7205EB758F5}"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9B0C9453-241A-4033-BF7E-32861682715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7761635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A981808-CA49-43DF-9CCC-286BC18B319D}"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2D7ADE46-BC5E-4CF0-A652-DEEBD380AB6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84586688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FEB18C9-BF51-448E-97A4-CBD23DB73EF3}"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
        <p:nvSpPr>
          <p:cNvPr id="13" name="Slide Number Placeholder 5">
            <a:extLst>
              <a:ext uri="{FF2B5EF4-FFF2-40B4-BE49-F238E27FC236}">
                <a16:creationId xmlns:a16="http://schemas.microsoft.com/office/drawing/2014/main" id="{11AD4B49-588B-4FA0-AB7E-1A35BB2C644B}"/>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60589124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F6F2ACD-EEBF-420B-843E-9046303CD4BF}"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A7D7A479-4D38-43A0-BAB1-00DE90D031C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59138921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NL"/>
              <a:t>Titel</a:t>
            </a:r>
            <a:endParaRPr lang="en-US" dirty="0"/>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2781F58-B4CA-423A-A1F7-4ABE656EB4C1}"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71E88DA-619D-423F-AE47-6EC96B62FB4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280927994"/>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B935FA0-F11F-4C8A-8C5C-669F4C7DD3FA}"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5" name="Slide Number Placeholder 5">
            <a:extLst>
              <a:ext uri="{FF2B5EF4-FFF2-40B4-BE49-F238E27FC236}">
                <a16:creationId xmlns:a16="http://schemas.microsoft.com/office/drawing/2014/main" id="{373E7580-50F0-4BA7-B9B0-F25DEFBE5C9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258748530"/>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0CFEDB0-E28C-4D13-A471-25EABD52959A}"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6" name="Slide Number Placeholder 5">
            <a:extLst>
              <a:ext uri="{FF2B5EF4-FFF2-40B4-BE49-F238E27FC236}">
                <a16:creationId xmlns:a16="http://schemas.microsoft.com/office/drawing/2014/main" id="{B322D117-B4F5-4509-AFFC-9390DA3CF0C5}"/>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8801157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8BEB6CC-9EED-44F9-826F-A8480C79D820}" type="datetime1">
              <a:rPr lang="nl-BE" smtClean="0"/>
              <a:t>26/10/2026</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8" name="Slide Number Placeholder 5">
            <a:extLst>
              <a:ext uri="{FF2B5EF4-FFF2-40B4-BE49-F238E27FC236}">
                <a16:creationId xmlns:a16="http://schemas.microsoft.com/office/drawing/2014/main" id="{C4CEE009-8E85-4C17-8940-2ECFA7416A87}"/>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298399701"/>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07AE52D-B67A-452F-982A-DFB215942E5C}" type="datetime1">
              <a:rPr lang="nl-BE" smtClean="0"/>
              <a:t>26/10/2026</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0B746D04-F8B5-4633-8AF7-A2B6C081559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14539068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4B2534F-06BA-49D4-9170-5C4FE8ED9B42}" type="datetime1">
              <a:rPr lang="nl-BE" smtClean="0"/>
              <a:t>26/10/2026</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BB1B3D76-87F5-4241-8BC7-B14883BF9B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902720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A8360D6-B90B-4119-821F-6EB852DB844F}" type="datetime1">
              <a:rPr lang="nl-BE" smtClean="0"/>
              <a:t>26/10/2026</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7FE107D6-62B0-4C84-B71F-6083B8886F2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76699492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99B8ABF-C6EA-4AD2-9193-9E513BFDDA24}" type="datetime1">
              <a:rPr lang="nl-BE" smtClean="0"/>
              <a:t>26/10/2026</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C622672D-881A-46AD-85C1-7DDEFA005E4F}"/>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375719772"/>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91B920F-1004-4327-A6BA-528E6E38F430}" type="datetime1">
              <a:rPr lang="nl-BE" smtClean="0"/>
              <a:t>26/10/2026</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en-US"/>
              <a:t>Robotics - introduction to the course</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298E6EB-9C9F-42C7-9A88-763E9F891878}"/>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41883746"/>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76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3.sv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13.sv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C71E187-E4DA-41C1-93D3-90841C153AB8}"/>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C7D07B7D-7850-41AC-848F-8564B931EA9B}" type="datetime1">
              <a:rPr lang="nl-BE" noProof="0" smtClean="0"/>
              <a:t>26/10/2026</a:t>
            </a:fld>
            <a:endParaRPr lang="nl-BE" noProof="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noProof="0"/>
              <a:t>Robotics - introduction to the course</a:t>
            </a:r>
            <a:endParaRPr lang="nl-BE" noProof="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noProof="0" smtClean="0"/>
              <a:t>‹#›</a:t>
            </a:fld>
            <a:endParaRPr lang="nl-BE" noProof="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Afbeelding 314">
            <a:extLst>
              <a:ext uri="{FF2B5EF4-FFF2-40B4-BE49-F238E27FC236}">
                <a16:creationId xmlns:a16="http://schemas.microsoft.com/office/drawing/2014/main" id="{3BF46849-40DA-4360-9135-DC7B3200D2D2}"/>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5988887" y="9145588"/>
            <a:ext cx="1841761" cy="943903"/>
          </a:xfrm>
          <a:prstGeom prst="rect">
            <a:avLst/>
          </a:prstGeom>
        </p:spPr>
      </p:pic>
    </p:spTree>
    <p:extLst>
      <p:ext uri="{BB962C8B-B14F-4D97-AF65-F5344CB8AC3E}">
        <p14:creationId xmlns:p14="http://schemas.microsoft.com/office/powerpoint/2010/main" val="2587856834"/>
      </p:ext>
    </p:extLst>
  </p:cSld>
  <p:clrMap bg1="lt1" tx1="dk1" bg2="lt2" tx2="dk2" accent1="accent1" accent2="accent2" accent3="accent3" accent4="accent4" accent5="accent5" accent6="accent6" hlink="hlink" folHlink="folHlink"/>
  <p:sldLayoutIdLst>
    <p:sldLayoutId id="2147483707" r:id="rId1"/>
    <p:sldLayoutId id="2147483673" r:id="rId2"/>
    <p:sldLayoutId id="2147483686" r:id="rId3"/>
    <p:sldLayoutId id="2147483708" r:id="rId4"/>
    <p:sldLayoutId id="2147483709" r:id="rId5"/>
    <p:sldLayoutId id="2147483684" r:id="rId6"/>
    <p:sldLayoutId id="2147483696" r:id="rId7"/>
    <p:sldLayoutId id="2147483688" r:id="rId8"/>
    <p:sldLayoutId id="2147483706" r:id="rId9"/>
    <p:sldLayoutId id="2147483697" r:id="rId10"/>
    <p:sldLayoutId id="2147483703" r:id="rId11"/>
    <p:sldLayoutId id="2147483687" r:id="rId12"/>
    <p:sldLayoutId id="2147483702" r:id="rId13"/>
    <p:sldLayoutId id="2147483693" r:id="rId14"/>
    <p:sldLayoutId id="2147483705" r:id="rId15"/>
    <p:sldLayoutId id="2147483698" r:id="rId16"/>
    <p:sldLayoutId id="2147483694" r:id="rId17"/>
    <p:sldLayoutId id="2147483699" r:id="rId18"/>
    <p:sldLayoutId id="2147483695" r:id="rId19"/>
    <p:sldLayoutId id="2147483700" r:id="rId20"/>
    <p:sldLayoutId id="2147483691" r:id="rId21"/>
    <p:sldLayoutId id="2147483704" r:id="rId22"/>
    <p:sldLayoutId id="2147483689" r:id="rId23"/>
    <p:sldLayoutId id="2147483692" r:id="rId24"/>
    <p:sldLayoutId id="2147483685" r:id="rId25"/>
    <p:sldLayoutId id="2147483764"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userDrawn="1">
          <p15:clr>
            <a:srgbClr val="5ACBF0"/>
          </p15:clr>
        </p15:guide>
        <p15:guide id="2" pos="11094" userDrawn="1">
          <p15:clr>
            <a:srgbClr val="5ACBF0"/>
          </p15:clr>
        </p15:guide>
        <p15:guide id="3" pos="5877" userDrawn="1">
          <p15:clr>
            <a:srgbClr val="5ACBF0"/>
          </p15:clr>
        </p15:guide>
        <p15:guide id="4" orient="horz" pos="1475" userDrawn="1">
          <p15:clr>
            <a:srgbClr val="5ACBF0"/>
          </p15:clr>
        </p15:guide>
        <p15:guide id="5" orient="horz" pos="5327" userDrawn="1">
          <p15:clr>
            <a:srgbClr val="5ACBF0"/>
          </p15:clr>
        </p15:guide>
        <p15:guide id="6" orient="horz" pos="5765" userDrawn="1">
          <p15:clr>
            <a:srgbClr val="5ACBF0"/>
          </p15:clr>
        </p15:guide>
        <p15:guide id="7" orient="horz" pos="1037" userDrawn="1">
          <p15:clr>
            <a:srgbClr val="5ACBF0"/>
          </p15:clr>
        </p15:guide>
        <p15:guide id="8" orient="horz" pos="3392"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DF2FF41-9D14-4CCF-A57E-BD51DB27A649}"/>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313FC641-04C5-4D4E-B495-C58A1C90E467}" type="datetime1">
              <a:rPr lang="nl-BE" smtClean="0"/>
              <a:t>26/10/2026</a:t>
            </a:fld>
            <a:endParaRPr lang="nl-BE"/>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Robotics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5991268" y="9146698"/>
            <a:ext cx="1841920" cy="943902"/>
          </a:xfrm>
          <a:prstGeom prst="rect">
            <a:avLst/>
          </a:prstGeom>
        </p:spPr>
      </p:pic>
    </p:spTree>
    <p:extLst>
      <p:ext uri="{BB962C8B-B14F-4D97-AF65-F5344CB8AC3E}">
        <p14:creationId xmlns:p14="http://schemas.microsoft.com/office/powerpoint/2010/main" val="417278449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62"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8" name="balk onderaan">
            <a:extLst>
              <a:ext uri="{FF2B5EF4-FFF2-40B4-BE49-F238E27FC236}">
                <a16:creationId xmlns:a16="http://schemas.microsoft.com/office/drawing/2014/main" id="{1C347D43-E018-4735-A7B3-BBD71DCA569C}"/>
              </a:ext>
            </a:extLst>
          </p:cNvPr>
          <p:cNvSpPr/>
          <p:nvPr userDrawn="1"/>
        </p:nvSpPr>
        <p:spPr>
          <a:xfrm>
            <a:off x="-5644" y="9306131"/>
            <a:ext cx="13481537" cy="552245"/>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 name="connsiteX0" fmla="*/ 0 w 15988888"/>
              <a:gd name="connsiteY0" fmla="*/ 547482 h 548274"/>
              <a:gd name="connsiteX1" fmla="*/ 2507456 w 15988888"/>
              <a:gd name="connsiteY1" fmla="*/ 2176 h 548274"/>
              <a:gd name="connsiteX2" fmla="*/ 15802408 w 15988888"/>
              <a:gd name="connsiteY2" fmla="*/ 586 h 548274"/>
              <a:gd name="connsiteX3" fmla="*/ 15988888 w 15988888"/>
              <a:gd name="connsiteY3" fmla="*/ 0 h 548274"/>
              <a:gd name="connsiteX4" fmla="*/ 15802408 w 15988888"/>
              <a:gd name="connsiteY4" fmla="*/ 548274 h 548274"/>
              <a:gd name="connsiteX5" fmla="*/ 0 w 15988888"/>
              <a:gd name="connsiteY5" fmla="*/ 547482 h 54827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7196 w 13481484"/>
              <a:gd name="connsiteY5" fmla="*/ 549864 h 54986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4394234 w 13481484"/>
              <a:gd name="connsiteY5" fmla="*/ 549863 h 549864"/>
              <a:gd name="connsiteX6" fmla="*/ 7196 w 13481484"/>
              <a:gd name="connsiteY6" fmla="*/ 549864 h 549864"/>
              <a:gd name="connsiteX0" fmla="*/ 2486 w 13481537"/>
              <a:gd name="connsiteY0" fmla="*/ 552245 h 552245"/>
              <a:gd name="connsiteX1" fmla="*/ 105 w 13481537"/>
              <a:gd name="connsiteY1" fmla="*/ 2176 h 552245"/>
              <a:gd name="connsiteX2" fmla="*/ 13295057 w 13481537"/>
              <a:gd name="connsiteY2" fmla="*/ 586 h 552245"/>
              <a:gd name="connsiteX3" fmla="*/ 13481537 w 13481537"/>
              <a:gd name="connsiteY3" fmla="*/ 0 h 552245"/>
              <a:gd name="connsiteX4" fmla="*/ 13295057 w 13481537"/>
              <a:gd name="connsiteY4" fmla="*/ 548274 h 552245"/>
              <a:gd name="connsiteX5" fmla="*/ 4394287 w 13481537"/>
              <a:gd name="connsiteY5" fmla="*/ 549863 h 552245"/>
              <a:gd name="connsiteX6" fmla="*/ 2486 w 13481537"/>
              <a:gd name="connsiteY6" fmla="*/ 552245 h 5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1537" h="552245">
                <a:moveTo>
                  <a:pt x="2486" y="552245"/>
                </a:moveTo>
                <a:cubicBezTo>
                  <a:pt x="3280" y="369682"/>
                  <a:pt x="-689" y="184739"/>
                  <a:pt x="105" y="2176"/>
                </a:cubicBezTo>
                <a:lnTo>
                  <a:pt x="13295057" y="586"/>
                </a:lnTo>
                <a:lnTo>
                  <a:pt x="13481537" y="0"/>
                </a:lnTo>
                <a:lnTo>
                  <a:pt x="13295057" y="548274"/>
                </a:lnTo>
                <a:lnTo>
                  <a:pt x="4394287" y="549863"/>
                </a:lnTo>
                <a:lnTo>
                  <a:pt x="2486" y="552245"/>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highlight>
                <a:srgbClr val="FFFF00"/>
              </a:highlight>
            </a:endParaRPr>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41F60F1F-7E79-49EF-A8DA-5487981C30D8}" type="datetime1">
              <a:rPr lang="nl-BE" smtClean="0"/>
              <a:t>26/10/2026</a:t>
            </a:fld>
            <a:endParaRPr lang="nl-BE" dirty="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Robotics - introduction to the course</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dirty="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5991268" y="9146698"/>
            <a:ext cx="1841920" cy="943902"/>
          </a:xfrm>
          <a:prstGeom prst="rect">
            <a:avLst/>
          </a:prstGeom>
        </p:spPr>
      </p:pic>
      <p:sp>
        <p:nvSpPr>
          <p:cNvPr id="155" name="Rechthoek 154">
            <a:extLst>
              <a:ext uri="{FF2B5EF4-FFF2-40B4-BE49-F238E27FC236}">
                <a16:creationId xmlns:a16="http://schemas.microsoft.com/office/drawing/2014/main" id="{3006AA6B-15EB-4DBD-8F12-1BA7B403185D}"/>
              </a:ext>
            </a:extLst>
          </p:cNvPr>
          <p:cNvSpPr/>
          <p:nvPr userDrawn="1"/>
        </p:nvSpPr>
        <p:spPr>
          <a:xfrm>
            <a:off x="13857675" y="9308422"/>
            <a:ext cx="1714500" cy="5476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Plaats</a:t>
            </a:r>
            <a:r>
              <a:rPr lang="en-US" sz="1100" dirty="0"/>
              <a:t> logo </a:t>
            </a:r>
            <a:r>
              <a:rPr lang="en-US" sz="1100" dirty="0" err="1"/>
              <a:t>hier</a:t>
            </a:r>
            <a:r>
              <a:rPr lang="en-US" sz="1100" dirty="0"/>
              <a:t> in het </a:t>
            </a:r>
            <a:r>
              <a:rPr lang="en-US" sz="1100" dirty="0" err="1"/>
              <a:t>diamodel</a:t>
            </a:r>
            <a:endParaRPr lang="nl-BE" sz="1100" dirty="0"/>
          </a:p>
        </p:txBody>
      </p:sp>
    </p:spTree>
    <p:extLst>
      <p:ext uri="{BB962C8B-B14F-4D97-AF65-F5344CB8AC3E}">
        <p14:creationId xmlns:p14="http://schemas.microsoft.com/office/powerpoint/2010/main" val="3064038114"/>
      </p:ext>
    </p:extLst>
  </p:cSld>
  <p:clrMap bg1="lt1" tx1="dk1" bg2="lt2" tx2="dk2" accent1="accent1" accent2="accent2" accent3="accent3" accent4="accent4" accent5="accent5" accent6="accent6" hlink="hlink" folHlink="folHlink"/>
  <p:sldLayoutIdLst>
    <p:sldLayoutId id="2147483737" r:id="rId1"/>
    <p:sldLayoutId id="2147483739" r:id="rId2"/>
    <p:sldLayoutId id="2147483738"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3"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3.jpeg"/></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23.jpeg"/></Relationships>
</file>

<file path=ppt/slides/_rels/slide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5.jp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video" Target="https://www.youtube.com/embed/28TMNqw0nlo" TargetMode="External"/><Relationship Id="rId4" Type="http://schemas.openxmlformats.org/officeDocument/2006/relationships/image" Target="../media/image31.jpeg"/></Relationships>
</file>

<file path=ppt/slides/_rels/slide13.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32.emf"/><Relationship Id="rId7" Type="http://schemas.openxmlformats.org/officeDocument/2006/relationships/image" Target="../media/image36.emf"/><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s>
</file>

<file path=ppt/slides/_rels/slide1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42.jpeg"/><Relationship Id="rId4" Type="http://schemas.openxmlformats.org/officeDocument/2006/relationships/image" Target="../media/image4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hyperlink" Target="https://learn.microsoft.com/en-us/windows/wsl/instal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hyperlink" Target="https://code.visualstudio.com"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ocs.ros.org/en/jazzy/Installation/Ubuntu-Install-Debs.html"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hyperlink" Target="https://docs.ros.org/en/jazzy/Tutorials/Beginner-CLI-Tools/Understanding-ROS2-Nodes/Understanding-ROS2-Nodes.html"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hyperlink" Target="https://docs.ros.org/en/jazzy/Tutorials/Beginner-CLI-Tools/Understanding-ROS2-Nodes/Understanding-ROS2-Nodes.html"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7DFF-D181-42D4-181D-90FE2B42896D}"/>
              </a:ext>
            </a:extLst>
          </p:cNvPr>
          <p:cNvSpPr>
            <a:spLocks noGrp="1"/>
          </p:cNvSpPr>
          <p:nvPr>
            <p:ph type="ctrTitle"/>
          </p:nvPr>
        </p:nvSpPr>
        <p:spPr/>
        <p:txBody>
          <a:bodyPr/>
          <a:lstStyle/>
          <a:p>
            <a:r>
              <a:rPr lang="nl-NL" dirty="0" err="1"/>
              <a:t>Robotics</a:t>
            </a:r>
            <a:r>
              <a:rPr lang="nl-NL" dirty="0"/>
              <a:t> &amp; </a:t>
            </a:r>
            <a:r>
              <a:rPr lang="nl-NL" dirty="0" err="1"/>
              <a:t>Edge</a:t>
            </a:r>
            <a:r>
              <a:rPr lang="nl-NL" dirty="0"/>
              <a:t> AI</a:t>
            </a:r>
            <a:endParaRPr lang="en-US" dirty="0"/>
          </a:p>
        </p:txBody>
      </p:sp>
      <p:sp>
        <p:nvSpPr>
          <p:cNvPr id="3" name="Subtitle 2">
            <a:extLst>
              <a:ext uri="{FF2B5EF4-FFF2-40B4-BE49-F238E27FC236}">
                <a16:creationId xmlns:a16="http://schemas.microsoft.com/office/drawing/2014/main" id="{DA6F397F-E896-1BE7-100B-E940321490F1}"/>
              </a:ext>
            </a:extLst>
          </p:cNvPr>
          <p:cNvSpPr>
            <a:spLocks noGrp="1"/>
          </p:cNvSpPr>
          <p:nvPr>
            <p:ph type="subTitle" idx="1"/>
          </p:nvPr>
        </p:nvSpPr>
        <p:spPr/>
        <p:txBody>
          <a:bodyPr/>
          <a:lstStyle/>
          <a:p>
            <a:r>
              <a:rPr lang="nl-NL" dirty="0" err="1"/>
              <a:t>Introduction</a:t>
            </a:r>
            <a:r>
              <a:rPr lang="nl-NL" dirty="0"/>
              <a:t> </a:t>
            </a:r>
            <a:r>
              <a:rPr lang="nl-NL" dirty="0" err="1"/>
              <a:t>to</a:t>
            </a:r>
            <a:r>
              <a:rPr lang="nl-NL" dirty="0"/>
              <a:t> </a:t>
            </a:r>
            <a:r>
              <a:rPr lang="nl-NL" dirty="0" err="1"/>
              <a:t>Robotics</a:t>
            </a:r>
            <a:r>
              <a:rPr lang="nl-NL" dirty="0"/>
              <a:t> &amp; ROS 2</a:t>
            </a:r>
          </a:p>
          <a:p>
            <a:endParaRPr lang="nl-NL" dirty="0"/>
          </a:p>
          <a:p>
            <a:endParaRPr lang="nl-NL" dirty="0"/>
          </a:p>
          <a:p>
            <a:r>
              <a:rPr lang="en-US" sz="2800" dirty="0"/>
              <a:t>Arne Bauwens					arne.bauwens@howest.be</a:t>
            </a:r>
          </a:p>
          <a:p>
            <a:endParaRPr lang="en-US" sz="2800" dirty="0"/>
          </a:p>
          <a:p>
            <a:endParaRPr lang="nl-NL" dirty="0"/>
          </a:p>
          <a:p>
            <a:r>
              <a:rPr lang="en-US" dirty="0"/>
              <a:t> </a:t>
            </a:r>
          </a:p>
        </p:txBody>
      </p:sp>
    </p:spTree>
    <p:extLst>
      <p:ext uri="{BB962C8B-B14F-4D97-AF65-F5344CB8AC3E}">
        <p14:creationId xmlns:p14="http://schemas.microsoft.com/office/powerpoint/2010/main" val="1123400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C5DD-3CA4-C3F7-5470-9BEF1C3353D4}"/>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D9B96136-46A2-10E3-3E3D-CA5E42D3EA30}"/>
              </a:ext>
            </a:extLst>
          </p:cNvPr>
          <p:cNvSpPr>
            <a:spLocks noGrp="1"/>
          </p:cNvSpPr>
          <p:nvPr>
            <p:ph type="subTitle" idx="1"/>
          </p:nvPr>
        </p:nvSpPr>
        <p:spPr/>
        <p:txBody>
          <a:bodyPr/>
          <a:lstStyle/>
          <a:p>
            <a:r>
              <a:rPr lang="en-GB" b="1" dirty="0"/>
              <a:t>Introduction robotics</a:t>
            </a:r>
          </a:p>
          <a:p>
            <a:r>
              <a:rPr dirty="0"/>
              <a:t>What is ROS?</a:t>
            </a:r>
          </a:p>
          <a:p>
            <a:r>
              <a:rPr dirty="0"/>
              <a:t>Setting up: WSL, VS Code and ROS 2 Jazzy</a:t>
            </a:r>
          </a:p>
          <a:p>
            <a:r>
              <a:rPr dirty="0"/>
              <a:t>First steps: prebuilt nodes, CLI and </a:t>
            </a:r>
            <a:r>
              <a:rPr dirty="0" err="1"/>
              <a:t>rqt</a:t>
            </a:r>
            <a:endParaRPr dirty="0"/>
          </a:p>
          <a:p>
            <a:r>
              <a:rPr dirty="0"/>
              <a:t>Workspaces and packages</a:t>
            </a:r>
          </a:p>
          <a:p>
            <a:r>
              <a:rPr dirty="0"/>
              <a:t>Writing our own nodes</a:t>
            </a:r>
          </a:p>
        </p:txBody>
      </p:sp>
    </p:spTree>
    <p:extLst>
      <p:ext uri="{BB962C8B-B14F-4D97-AF65-F5344CB8AC3E}">
        <p14:creationId xmlns:p14="http://schemas.microsoft.com/office/powerpoint/2010/main" val="437505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315D96-A4C4-2498-25A6-61968045E478}"/>
              </a:ext>
            </a:extLst>
          </p:cNvPr>
          <p:cNvSpPr>
            <a:spLocks noGrp="1"/>
          </p:cNvSpPr>
          <p:nvPr>
            <p:ph type="body" sz="quarter" idx="17"/>
          </p:nvPr>
        </p:nvSpPr>
        <p:spPr>
          <a:xfrm>
            <a:off x="998692" y="1850548"/>
            <a:ext cx="14830845" cy="6103800"/>
          </a:xfrm>
        </p:spPr>
        <p:txBody>
          <a:bodyPr/>
          <a:lstStyle/>
          <a:p>
            <a:pPr marL="457200" indent="-457200">
              <a:buFont typeface="Arial" panose="020B0604020202020204" pitchFamily="34" charset="0"/>
              <a:buChar char="•"/>
            </a:pPr>
            <a:r>
              <a:rPr lang="en-US" sz="3200" dirty="0"/>
              <a:t>Oxford: a machine capable of carrying out a complex series of actions automatically, especially one programmable by a computer.</a:t>
            </a:r>
          </a:p>
          <a:p>
            <a:pPr marL="457200" indent="-457200">
              <a:buFont typeface="Arial" panose="020B0604020202020204" pitchFamily="34" charset="0"/>
              <a:buChar char="•"/>
            </a:pPr>
            <a:r>
              <a:rPr lang="en-US" sz="3200" dirty="0"/>
              <a:t>So, what is a robot?</a:t>
            </a:r>
          </a:p>
          <a:p>
            <a:pPr lvl="1"/>
            <a:r>
              <a:rPr lang="en-US" sz="2800" dirty="0">
                <a:sym typeface="Wingdings" panose="05000000000000000000" pitchFamily="2" charset="2"/>
              </a:rPr>
              <a:t> </a:t>
            </a:r>
            <a:endParaRPr lang="en-US" sz="2800" dirty="0"/>
          </a:p>
          <a:p>
            <a:r>
              <a:rPr lang="en-US" sz="3200" dirty="0"/>
              <a:t>	</a:t>
            </a:r>
            <a:endParaRPr lang="nl-BE" sz="2800" dirty="0">
              <a:highlight>
                <a:srgbClr val="FFFF00"/>
              </a:highlight>
            </a:endParaRPr>
          </a:p>
          <a:p>
            <a:r>
              <a:rPr lang="nl-BE" sz="3200" dirty="0">
                <a:highlight>
                  <a:srgbClr val="FFFF00"/>
                </a:highlight>
              </a:rPr>
              <a:t>	</a:t>
            </a:r>
          </a:p>
          <a:p>
            <a:endParaRPr lang="nl-BE" sz="3200" dirty="0"/>
          </a:p>
          <a:p>
            <a:endParaRPr lang="en-US" dirty="0"/>
          </a:p>
        </p:txBody>
      </p:sp>
      <p:sp>
        <p:nvSpPr>
          <p:cNvPr id="3" name="Slide Number Placeholder 2">
            <a:extLst>
              <a:ext uri="{FF2B5EF4-FFF2-40B4-BE49-F238E27FC236}">
                <a16:creationId xmlns:a16="http://schemas.microsoft.com/office/drawing/2014/main" id="{39048DF0-7F14-CB40-D0A1-4240033FC32A}"/>
              </a:ext>
            </a:extLst>
          </p:cNvPr>
          <p:cNvSpPr>
            <a:spLocks noGrp="1"/>
          </p:cNvSpPr>
          <p:nvPr>
            <p:ph type="sldNum" sz="quarter" idx="12"/>
          </p:nvPr>
        </p:nvSpPr>
        <p:spPr/>
        <p:txBody>
          <a:bodyPr/>
          <a:lstStyle/>
          <a:p>
            <a:fld id="{B7527A74-2D87-4307-9531-5A57D9647EEB}" type="slidenum">
              <a:rPr lang="nl-BE" smtClean="0"/>
              <a:pPr/>
              <a:t>3</a:t>
            </a:fld>
            <a:endParaRPr lang="nl-BE"/>
          </a:p>
        </p:txBody>
      </p:sp>
      <p:sp>
        <p:nvSpPr>
          <p:cNvPr id="4" name="Title 3">
            <a:extLst>
              <a:ext uri="{FF2B5EF4-FFF2-40B4-BE49-F238E27FC236}">
                <a16:creationId xmlns:a16="http://schemas.microsoft.com/office/drawing/2014/main" id="{CC7FFF15-E15A-A414-69EC-4EEC8A892B00}"/>
              </a:ext>
            </a:extLst>
          </p:cNvPr>
          <p:cNvSpPr>
            <a:spLocks noGrp="1"/>
          </p:cNvSpPr>
          <p:nvPr>
            <p:ph type="title"/>
          </p:nvPr>
        </p:nvSpPr>
        <p:spPr/>
        <p:txBody>
          <a:bodyPr/>
          <a:lstStyle/>
          <a:p>
            <a:r>
              <a:rPr lang="nl-NL" dirty="0" err="1"/>
              <a:t>What</a:t>
            </a:r>
            <a:r>
              <a:rPr lang="nl-NL" dirty="0"/>
              <a:t> is a robot?</a:t>
            </a:r>
            <a:endParaRPr lang="en-US" dirty="0"/>
          </a:p>
        </p:txBody>
      </p:sp>
      <p:sp>
        <p:nvSpPr>
          <p:cNvPr id="5" name="Date Placeholder 4">
            <a:extLst>
              <a:ext uri="{FF2B5EF4-FFF2-40B4-BE49-F238E27FC236}">
                <a16:creationId xmlns:a16="http://schemas.microsoft.com/office/drawing/2014/main" id="{AE17E8AD-C1D2-4388-77D1-57569586BE83}"/>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6BE093AE-9579-47D8-5160-6E351D720C39}"/>
              </a:ext>
            </a:extLst>
          </p:cNvPr>
          <p:cNvSpPr>
            <a:spLocks noGrp="1"/>
          </p:cNvSpPr>
          <p:nvPr>
            <p:ph type="ftr" sz="quarter" idx="11"/>
          </p:nvPr>
        </p:nvSpPr>
        <p:spPr/>
        <p:txBody>
          <a:bodyPr/>
          <a:lstStyle/>
          <a:p>
            <a:r>
              <a:rPr lang="en-US" dirty="0"/>
              <a:t>Robotics &amp; edge AI – introduction to robotics</a:t>
            </a:r>
          </a:p>
        </p:txBody>
      </p:sp>
      <p:pic>
        <p:nvPicPr>
          <p:cNvPr id="7" name="Picture 3" descr="A toaster with two slices of bread in it&#10;&#10;AI-generated content may be incorrect.">
            <a:extLst>
              <a:ext uri="{FF2B5EF4-FFF2-40B4-BE49-F238E27FC236}">
                <a16:creationId xmlns:a16="http://schemas.microsoft.com/office/drawing/2014/main" id="{1EF89534-0FB6-49F0-F95B-64E524C99523}"/>
              </a:ext>
            </a:extLst>
          </p:cNvPr>
          <p:cNvPicPr>
            <a:picLocks noChangeAspect="1"/>
          </p:cNvPicPr>
          <p:nvPr/>
        </p:nvPicPr>
        <p:blipFill>
          <a:blip r:embed="rId3"/>
          <a:stretch>
            <a:fillRect/>
          </a:stretch>
        </p:blipFill>
        <p:spPr>
          <a:xfrm>
            <a:off x="291977" y="3900808"/>
            <a:ext cx="3102115" cy="3088358"/>
          </a:xfrm>
          <a:prstGeom prst="rect">
            <a:avLst/>
          </a:prstGeom>
        </p:spPr>
      </p:pic>
      <p:pic>
        <p:nvPicPr>
          <p:cNvPr id="8" name="Picture 5" descr="A white speaker with a cord&#10;&#10;AI-generated content may be incorrect.">
            <a:extLst>
              <a:ext uri="{FF2B5EF4-FFF2-40B4-BE49-F238E27FC236}">
                <a16:creationId xmlns:a16="http://schemas.microsoft.com/office/drawing/2014/main" id="{1C11B746-D35B-117A-FB18-C5F4516982F8}"/>
              </a:ext>
            </a:extLst>
          </p:cNvPr>
          <p:cNvPicPr>
            <a:picLocks noChangeAspect="1"/>
          </p:cNvPicPr>
          <p:nvPr/>
        </p:nvPicPr>
        <p:blipFill>
          <a:blip r:embed="rId4"/>
          <a:srcRect l="17317" r="21463" b="2259"/>
          <a:stretch>
            <a:fillRect/>
          </a:stretch>
        </p:blipFill>
        <p:spPr>
          <a:xfrm>
            <a:off x="3446590" y="6203917"/>
            <a:ext cx="3304570" cy="3088358"/>
          </a:xfrm>
          <a:prstGeom prst="rect">
            <a:avLst/>
          </a:prstGeom>
        </p:spPr>
      </p:pic>
      <p:pic>
        <p:nvPicPr>
          <p:cNvPr id="9" name="Picture 4" descr="A lawn mower on the grass&#10;&#10;AI-generated content may be incorrect.">
            <a:extLst>
              <a:ext uri="{FF2B5EF4-FFF2-40B4-BE49-F238E27FC236}">
                <a16:creationId xmlns:a16="http://schemas.microsoft.com/office/drawing/2014/main" id="{8FCFC59F-FF52-C070-F0A6-AED10FCB0C69}"/>
              </a:ext>
            </a:extLst>
          </p:cNvPr>
          <p:cNvPicPr>
            <a:picLocks noChangeAspect="1"/>
          </p:cNvPicPr>
          <p:nvPr/>
        </p:nvPicPr>
        <p:blipFill>
          <a:blip r:embed="rId5"/>
          <a:stretch>
            <a:fillRect/>
          </a:stretch>
        </p:blipFill>
        <p:spPr>
          <a:xfrm>
            <a:off x="9448051" y="2739414"/>
            <a:ext cx="4442327" cy="2961551"/>
          </a:xfrm>
          <a:prstGeom prst="rect">
            <a:avLst/>
          </a:prstGeom>
        </p:spPr>
      </p:pic>
      <p:pic>
        <p:nvPicPr>
          <p:cNvPr id="10" name="Picture 6" descr="6 axis industrial robots TX2-90 | Stäubli">
            <a:extLst>
              <a:ext uri="{FF2B5EF4-FFF2-40B4-BE49-F238E27FC236}">
                <a16:creationId xmlns:a16="http://schemas.microsoft.com/office/drawing/2014/main" id="{B87FADFC-AB79-1024-105A-897350DDC24E}"/>
              </a:ext>
            </a:extLst>
          </p:cNvPr>
          <p:cNvPicPr>
            <a:picLocks noChangeAspect="1"/>
          </p:cNvPicPr>
          <p:nvPr/>
        </p:nvPicPr>
        <p:blipFill>
          <a:blip r:embed="rId6"/>
          <a:stretch>
            <a:fillRect/>
          </a:stretch>
        </p:blipFill>
        <p:spPr>
          <a:xfrm>
            <a:off x="6998285" y="6051732"/>
            <a:ext cx="5624063" cy="3088358"/>
          </a:xfrm>
          <a:prstGeom prst="rect">
            <a:avLst/>
          </a:prstGeom>
        </p:spPr>
      </p:pic>
      <p:pic>
        <p:nvPicPr>
          <p:cNvPr id="11" name="Picture 7" descr="AGV robot vs Belt Conveyor in warehouses, sporting plants, factories |  VersaBox">
            <a:extLst>
              <a:ext uri="{FF2B5EF4-FFF2-40B4-BE49-F238E27FC236}">
                <a16:creationId xmlns:a16="http://schemas.microsoft.com/office/drawing/2014/main" id="{1AADA5FB-9624-F72B-4DA0-69E8EE01E7F4}"/>
              </a:ext>
            </a:extLst>
          </p:cNvPr>
          <p:cNvPicPr>
            <a:picLocks noChangeAspect="1"/>
          </p:cNvPicPr>
          <p:nvPr/>
        </p:nvPicPr>
        <p:blipFill>
          <a:blip r:embed="rId7"/>
          <a:srcRect l="18041" r="21858"/>
          <a:stretch>
            <a:fillRect/>
          </a:stretch>
        </p:blipFill>
        <p:spPr>
          <a:xfrm>
            <a:off x="14412257" y="2739414"/>
            <a:ext cx="3350193" cy="3133193"/>
          </a:xfrm>
          <a:prstGeom prst="rect">
            <a:avLst/>
          </a:prstGeom>
        </p:spPr>
      </p:pic>
      <p:pic>
        <p:nvPicPr>
          <p:cNvPr id="12" name="Picture 8" descr="A Guide to Choosing the Best Travel Drone to Explore the World">
            <a:extLst>
              <a:ext uri="{FF2B5EF4-FFF2-40B4-BE49-F238E27FC236}">
                <a16:creationId xmlns:a16="http://schemas.microsoft.com/office/drawing/2014/main" id="{B587B101-E27E-C0F1-CD06-1AEA842C3B5E}"/>
              </a:ext>
            </a:extLst>
          </p:cNvPr>
          <p:cNvPicPr>
            <a:picLocks noChangeAspect="1"/>
          </p:cNvPicPr>
          <p:nvPr/>
        </p:nvPicPr>
        <p:blipFill>
          <a:blip r:embed="rId8"/>
          <a:stretch>
            <a:fillRect/>
          </a:stretch>
        </p:blipFill>
        <p:spPr>
          <a:xfrm>
            <a:off x="12777210" y="6203917"/>
            <a:ext cx="5218813" cy="2918212"/>
          </a:xfrm>
          <a:prstGeom prst="rect">
            <a:avLst/>
          </a:prstGeom>
        </p:spPr>
      </p:pic>
    </p:spTree>
    <p:extLst>
      <p:ext uri="{BB962C8B-B14F-4D97-AF65-F5344CB8AC3E}">
        <p14:creationId xmlns:p14="http://schemas.microsoft.com/office/powerpoint/2010/main" val="3161916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E7248-B6B0-BC92-1388-E547ED3B80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2474657-BEF9-64D1-23A3-FF99FBB4E36A}"/>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en-US" dirty="0"/>
              <a:t>Automation</a:t>
            </a:r>
          </a:p>
          <a:p>
            <a:pPr marL="1257300" lvl="1" indent="-571500">
              <a:buFont typeface="Arial" panose="020B0604020202020204" pitchFamily="34" charset="0"/>
              <a:buChar char="•"/>
            </a:pPr>
            <a:r>
              <a:rPr lang="en-US" dirty="0"/>
              <a:t>Manufacturing</a:t>
            </a:r>
          </a:p>
          <a:p>
            <a:pPr marL="1257300" lvl="1" indent="-571500">
              <a:buFont typeface="Arial" panose="020B0604020202020204" pitchFamily="34" charset="0"/>
              <a:buChar char="•"/>
            </a:pPr>
            <a:r>
              <a:rPr lang="en-US" dirty="0"/>
              <a:t>Welding</a:t>
            </a:r>
          </a:p>
          <a:p>
            <a:pPr marL="1257300" lvl="1" indent="-571500">
              <a:buFont typeface="Arial" panose="020B0604020202020204" pitchFamily="34" charset="0"/>
              <a:buChar char="•"/>
            </a:pPr>
            <a:r>
              <a:rPr lang="en-US" dirty="0"/>
              <a:t>Painting</a:t>
            </a:r>
          </a:p>
          <a:p>
            <a:pPr marL="1257300" lvl="1" indent="-571500">
              <a:buFont typeface="Arial" panose="020B0604020202020204" pitchFamily="34" charset="0"/>
              <a:buChar char="•"/>
            </a:pPr>
            <a:r>
              <a:rPr lang="en-US" dirty="0"/>
              <a:t>Pick-and-place</a:t>
            </a:r>
          </a:p>
          <a:p>
            <a:pPr marL="1257300" lvl="1" indent="-571500">
              <a:buFont typeface="Arial" panose="020B0604020202020204" pitchFamily="34" charset="0"/>
              <a:buChar char="•"/>
            </a:pPr>
            <a:r>
              <a:rPr lang="en-US" dirty="0"/>
              <a:t>Packaging and palletizing</a:t>
            </a:r>
          </a:p>
          <a:p>
            <a:pPr marL="1257300" lvl="1" indent="-571500">
              <a:buFont typeface="Arial" panose="020B0604020202020204" pitchFamily="34" charset="0"/>
              <a:buChar char="•"/>
            </a:pPr>
            <a:r>
              <a:rPr lang="en-US" dirty="0"/>
              <a:t>Quality inspection</a:t>
            </a:r>
          </a:p>
          <a:p>
            <a:pPr lvl="1"/>
            <a:r>
              <a:rPr lang="en-US" sz="2800" dirty="0">
                <a:sym typeface="Wingdings" panose="05000000000000000000" pitchFamily="2" charset="2"/>
              </a:rPr>
              <a:t> </a:t>
            </a:r>
            <a:endParaRPr lang="en-US" sz="2800" dirty="0"/>
          </a:p>
          <a:p>
            <a:r>
              <a:rPr lang="en-US" sz="3200" dirty="0"/>
              <a:t>	</a:t>
            </a:r>
            <a:endParaRPr lang="nl-BE" sz="2800" dirty="0">
              <a:highlight>
                <a:srgbClr val="FFFF00"/>
              </a:highlight>
            </a:endParaRPr>
          </a:p>
          <a:p>
            <a:r>
              <a:rPr lang="nl-BE" sz="3200" dirty="0">
                <a:highlight>
                  <a:srgbClr val="FFFF00"/>
                </a:highlight>
              </a:rPr>
              <a:t>	</a:t>
            </a:r>
          </a:p>
          <a:p>
            <a:endParaRPr lang="nl-BE" sz="3200" dirty="0"/>
          </a:p>
          <a:p>
            <a:endParaRPr lang="en-US" dirty="0"/>
          </a:p>
        </p:txBody>
      </p:sp>
      <p:sp>
        <p:nvSpPr>
          <p:cNvPr id="3" name="Slide Number Placeholder 2">
            <a:extLst>
              <a:ext uri="{FF2B5EF4-FFF2-40B4-BE49-F238E27FC236}">
                <a16:creationId xmlns:a16="http://schemas.microsoft.com/office/drawing/2014/main" id="{1C22A3AD-F3F4-69E3-EDBD-035F076275EE}"/>
              </a:ext>
            </a:extLst>
          </p:cNvPr>
          <p:cNvSpPr>
            <a:spLocks noGrp="1"/>
          </p:cNvSpPr>
          <p:nvPr>
            <p:ph type="sldNum" sz="quarter" idx="12"/>
          </p:nvPr>
        </p:nvSpPr>
        <p:spPr/>
        <p:txBody>
          <a:bodyPr/>
          <a:lstStyle/>
          <a:p>
            <a:fld id="{B7527A74-2D87-4307-9531-5A57D9647EEB}" type="slidenum">
              <a:rPr lang="nl-BE" smtClean="0"/>
              <a:pPr/>
              <a:t>4</a:t>
            </a:fld>
            <a:endParaRPr lang="nl-BE"/>
          </a:p>
        </p:txBody>
      </p:sp>
      <p:sp>
        <p:nvSpPr>
          <p:cNvPr id="4" name="Title 3">
            <a:extLst>
              <a:ext uri="{FF2B5EF4-FFF2-40B4-BE49-F238E27FC236}">
                <a16:creationId xmlns:a16="http://schemas.microsoft.com/office/drawing/2014/main" id="{C3D44430-A458-A431-64BC-4986C0C2166E}"/>
              </a:ext>
            </a:extLst>
          </p:cNvPr>
          <p:cNvSpPr>
            <a:spLocks noGrp="1"/>
          </p:cNvSpPr>
          <p:nvPr>
            <p:ph type="title"/>
          </p:nvPr>
        </p:nvSpPr>
        <p:spPr/>
        <p:txBody>
          <a:bodyPr/>
          <a:lstStyle/>
          <a:p>
            <a:r>
              <a:rPr lang="nl-NL" dirty="0"/>
              <a:t>Industrial robots</a:t>
            </a:r>
            <a:endParaRPr lang="en-US" dirty="0"/>
          </a:p>
        </p:txBody>
      </p:sp>
      <p:sp>
        <p:nvSpPr>
          <p:cNvPr id="5" name="Date Placeholder 4">
            <a:extLst>
              <a:ext uri="{FF2B5EF4-FFF2-40B4-BE49-F238E27FC236}">
                <a16:creationId xmlns:a16="http://schemas.microsoft.com/office/drawing/2014/main" id="{AD79CA0B-8607-0E41-58DF-039C83433987}"/>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2E89DF13-EF20-5744-0386-1D6BAD5873DC}"/>
              </a:ext>
            </a:extLst>
          </p:cNvPr>
          <p:cNvSpPr>
            <a:spLocks noGrp="1"/>
          </p:cNvSpPr>
          <p:nvPr>
            <p:ph type="ftr" sz="quarter" idx="11"/>
          </p:nvPr>
        </p:nvSpPr>
        <p:spPr/>
        <p:txBody>
          <a:bodyPr/>
          <a:lstStyle/>
          <a:p>
            <a:r>
              <a:rPr lang="en-US" dirty="0"/>
              <a:t>Robotics &amp; edge AI – introduction to robotics</a:t>
            </a:r>
          </a:p>
        </p:txBody>
      </p:sp>
      <p:pic>
        <p:nvPicPr>
          <p:cNvPr id="7" name="Picture 3" descr="What Are Industrial Robots? | Built In">
            <a:extLst>
              <a:ext uri="{FF2B5EF4-FFF2-40B4-BE49-F238E27FC236}">
                <a16:creationId xmlns:a16="http://schemas.microsoft.com/office/drawing/2014/main" id="{1BC7C302-915C-B281-56B7-8D56AA5B6E80}"/>
              </a:ext>
            </a:extLst>
          </p:cNvPr>
          <p:cNvPicPr>
            <a:picLocks noChangeAspect="1"/>
          </p:cNvPicPr>
          <p:nvPr/>
        </p:nvPicPr>
        <p:blipFill>
          <a:blip r:embed="rId3"/>
          <a:stretch>
            <a:fillRect/>
          </a:stretch>
        </p:blipFill>
        <p:spPr>
          <a:xfrm>
            <a:off x="9904040" y="498179"/>
            <a:ext cx="7385268" cy="4118084"/>
          </a:xfrm>
          <a:prstGeom prst="rect">
            <a:avLst/>
          </a:prstGeom>
        </p:spPr>
      </p:pic>
      <p:pic>
        <p:nvPicPr>
          <p:cNvPr id="1026" name="Picture 2" descr="Stäubli Robotics Suite | | en">
            <a:extLst>
              <a:ext uri="{FF2B5EF4-FFF2-40B4-BE49-F238E27FC236}">
                <a16:creationId xmlns:a16="http://schemas.microsoft.com/office/drawing/2014/main" id="{333FFC6B-6575-0D0D-0FFA-904B64F82D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2615" y="4885791"/>
            <a:ext cx="6511128" cy="4239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245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48E2C-E139-FC5C-7799-EE2DC782EC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13EA34-04FD-C29E-DD8A-3938E5AD13F2}"/>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en-US" dirty="0"/>
              <a:t>Advantages</a:t>
            </a:r>
          </a:p>
          <a:p>
            <a:pPr marL="1257300" lvl="1" indent="-571500">
              <a:buFont typeface="Arial" panose="020B0604020202020204" pitchFamily="34" charset="0"/>
              <a:buChar char="•"/>
            </a:pPr>
            <a:r>
              <a:rPr lang="en-US" dirty="0"/>
              <a:t>Higher speed</a:t>
            </a:r>
          </a:p>
          <a:p>
            <a:pPr marL="1257300" lvl="1" indent="-571500">
              <a:buFont typeface="Arial" panose="020B0604020202020204" pitchFamily="34" charset="0"/>
              <a:buChar char="•"/>
            </a:pPr>
            <a:r>
              <a:rPr lang="en-US" dirty="0"/>
              <a:t>Higher precision</a:t>
            </a:r>
          </a:p>
          <a:p>
            <a:pPr marL="1257300" lvl="1" indent="-571500">
              <a:buFont typeface="Arial" panose="020B0604020202020204" pitchFamily="34" charset="0"/>
              <a:buChar char="•"/>
            </a:pPr>
            <a:r>
              <a:rPr lang="en-US" dirty="0"/>
              <a:t>Safer</a:t>
            </a:r>
          </a:p>
          <a:p>
            <a:pPr marL="1828800" lvl="2" indent="-457200">
              <a:buFont typeface="Arial" panose="020B0604020202020204" pitchFamily="34" charset="0"/>
              <a:buChar char="•"/>
            </a:pPr>
            <a:r>
              <a:rPr lang="en-US" dirty="0"/>
              <a:t>Robot can deal with dangerous tasks</a:t>
            </a:r>
          </a:p>
          <a:p>
            <a:pPr marL="1257300" lvl="1" indent="-571500">
              <a:buFont typeface="Arial" panose="020B0604020202020204" pitchFamily="34" charset="0"/>
              <a:buChar char="•"/>
            </a:pPr>
            <a:r>
              <a:rPr lang="en-US" dirty="0"/>
              <a:t>Cheaper over time</a:t>
            </a:r>
          </a:p>
          <a:p>
            <a:pPr marL="1828800" lvl="2" indent="-457200">
              <a:buFont typeface="Arial" panose="020B0604020202020204" pitchFamily="34" charset="0"/>
              <a:buChar char="•"/>
            </a:pPr>
            <a:r>
              <a:rPr lang="en-US" dirty="0"/>
              <a:t>High initial investment but better than humans</a:t>
            </a:r>
          </a:p>
          <a:p>
            <a:pPr marL="1828800" lvl="2" indent="-457200">
              <a:buFont typeface="Arial" panose="020B0604020202020204" pitchFamily="34" charset="0"/>
              <a:buChar char="•"/>
            </a:pPr>
            <a:r>
              <a:rPr lang="en-US" dirty="0"/>
              <a:t>24/7 running, faster assemblies, ...</a:t>
            </a:r>
          </a:p>
          <a:p>
            <a:pPr lvl="1"/>
            <a:r>
              <a:rPr lang="en-US" sz="2800" dirty="0">
                <a:sym typeface="Wingdings" panose="05000000000000000000" pitchFamily="2" charset="2"/>
              </a:rPr>
              <a:t> </a:t>
            </a:r>
            <a:endParaRPr lang="en-US" sz="2800" dirty="0"/>
          </a:p>
          <a:p>
            <a:r>
              <a:rPr lang="en-US" sz="3200" dirty="0"/>
              <a:t>	</a:t>
            </a:r>
            <a:endParaRPr lang="nl-BE" sz="2800" dirty="0">
              <a:highlight>
                <a:srgbClr val="FFFF00"/>
              </a:highlight>
            </a:endParaRPr>
          </a:p>
          <a:p>
            <a:r>
              <a:rPr lang="nl-BE" sz="3200" dirty="0">
                <a:highlight>
                  <a:srgbClr val="FFFF00"/>
                </a:highlight>
              </a:rPr>
              <a:t>	</a:t>
            </a:r>
          </a:p>
          <a:p>
            <a:endParaRPr lang="nl-BE" sz="3200" dirty="0"/>
          </a:p>
          <a:p>
            <a:endParaRPr lang="en-US" dirty="0"/>
          </a:p>
        </p:txBody>
      </p:sp>
      <p:sp>
        <p:nvSpPr>
          <p:cNvPr id="3" name="Slide Number Placeholder 2">
            <a:extLst>
              <a:ext uri="{FF2B5EF4-FFF2-40B4-BE49-F238E27FC236}">
                <a16:creationId xmlns:a16="http://schemas.microsoft.com/office/drawing/2014/main" id="{BB9C4B44-0CFF-113E-3584-114C4909E864}"/>
              </a:ext>
            </a:extLst>
          </p:cNvPr>
          <p:cNvSpPr>
            <a:spLocks noGrp="1"/>
          </p:cNvSpPr>
          <p:nvPr>
            <p:ph type="sldNum" sz="quarter" idx="12"/>
          </p:nvPr>
        </p:nvSpPr>
        <p:spPr/>
        <p:txBody>
          <a:bodyPr/>
          <a:lstStyle/>
          <a:p>
            <a:fld id="{B7527A74-2D87-4307-9531-5A57D9647EEB}" type="slidenum">
              <a:rPr lang="nl-BE" smtClean="0"/>
              <a:pPr/>
              <a:t>5</a:t>
            </a:fld>
            <a:endParaRPr lang="nl-BE"/>
          </a:p>
        </p:txBody>
      </p:sp>
      <p:sp>
        <p:nvSpPr>
          <p:cNvPr id="4" name="Title 3">
            <a:extLst>
              <a:ext uri="{FF2B5EF4-FFF2-40B4-BE49-F238E27FC236}">
                <a16:creationId xmlns:a16="http://schemas.microsoft.com/office/drawing/2014/main" id="{5EFEFC33-11C0-0435-16A8-1F7D2CFBF29D}"/>
              </a:ext>
            </a:extLst>
          </p:cNvPr>
          <p:cNvSpPr>
            <a:spLocks noGrp="1"/>
          </p:cNvSpPr>
          <p:nvPr>
            <p:ph type="title"/>
          </p:nvPr>
        </p:nvSpPr>
        <p:spPr/>
        <p:txBody>
          <a:bodyPr/>
          <a:lstStyle/>
          <a:p>
            <a:r>
              <a:rPr lang="nl-NL" dirty="0"/>
              <a:t>Industrial robots</a:t>
            </a:r>
            <a:endParaRPr lang="en-US" dirty="0"/>
          </a:p>
        </p:txBody>
      </p:sp>
      <p:sp>
        <p:nvSpPr>
          <p:cNvPr id="5" name="Date Placeholder 4">
            <a:extLst>
              <a:ext uri="{FF2B5EF4-FFF2-40B4-BE49-F238E27FC236}">
                <a16:creationId xmlns:a16="http://schemas.microsoft.com/office/drawing/2014/main" id="{C59C70BF-F0E9-B087-B1EE-4CEABD180831}"/>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885D394E-EEBC-5D67-0FE5-25E8307DF06D}"/>
              </a:ext>
            </a:extLst>
          </p:cNvPr>
          <p:cNvSpPr>
            <a:spLocks noGrp="1"/>
          </p:cNvSpPr>
          <p:nvPr>
            <p:ph type="ftr" sz="quarter" idx="11"/>
          </p:nvPr>
        </p:nvSpPr>
        <p:spPr/>
        <p:txBody>
          <a:bodyPr/>
          <a:lstStyle/>
          <a:p>
            <a:r>
              <a:rPr lang="en-US" dirty="0"/>
              <a:t>Robotics &amp; edge AI – introduction to robotics</a:t>
            </a:r>
          </a:p>
        </p:txBody>
      </p:sp>
      <p:pic>
        <p:nvPicPr>
          <p:cNvPr id="7" name="Picture 3" descr="What Are Industrial Robots? | Built In">
            <a:extLst>
              <a:ext uri="{FF2B5EF4-FFF2-40B4-BE49-F238E27FC236}">
                <a16:creationId xmlns:a16="http://schemas.microsoft.com/office/drawing/2014/main" id="{5267C53F-C048-3C2C-1EE1-18CEE85A8172}"/>
              </a:ext>
            </a:extLst>
          </p:cNvPr>
          <p:cNvPicPr>
            <a:picLocks noChangeAspect="1"/>
          </p:cNvPicPr>
          <p:nvPr/>
        </p:nvPicPr>
        <p:blipFill>
          <a:blip r:embed="rId3"/>
          <a:stretch>
            <a:fillRect/>
          </a:stretch>
        </p:blipFill>
        <p:spPr>
          <a:xfrm>
            <a:off x="9904040" y="498179"/>
            <a:ext cx="7385268" cy="4118084"/>
          </a:xfrm>
          <a:prstGeom prst="rect">
            <a:avLst/>
          </a:prstGeom>
        </p:spPr>
      </p:pic>
      <p:pic>
        <p:nvPicPr>
          <p:cNvPr id="1026" name="Picture 2" descr="Stäubli Robotics Suite | | en">
            <a:extLst>
              <a:ext uri="{FF2B5EF4-FFF2-40B4-BE49-F238E27FC236}">
                <a16:creationId xmlns:a16="http://schemas.microsoft.com/office/drawing/2014/main" id="{228709A9-A463-B741-9C63-95E373920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2615" y="4885791"/>
            <a:ext cx="6511128" cy="4239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30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D5B19-5B4C-12F3-D194-58CAC2C583C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3093835-F7A9-C7EE-8584-E2B7C3C8DAE6}"/>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en-US" dirty="0"/>
              <a:t>Total cost is about 1/3 purchase</a:t>
            </a:r>
          </a:p>
          <a:p>
            <a:pPr marL="571500" indent="-571500">
              <a:buFont typeface="Arial" panose="020B0604020202020204" pitchFamily="34" charset="0"/>
              <a:buChar char="•"/>
            </a:pPr>
            <a:r>
              <a:rPr lang="en-US" dirty="0"/>
              <a:t>About 2/3 in maintenance during product lifetime</a:t>
            </a:r>
          </a:p>
          <a:p>
            <a:pPr marL="571500" indent="-571500">
              <a:buFont typeface="Arial" panose="020B0604020202020204" pitchFamily="34" charset="0"/>
              <a:buChar char="•"/>
            </a:pPr>
            <a:r>
              <a:rPr lang="en-US" dirty="0"/>
              <a:t>Mass production = Lower cost</a:t>
            </a:r>
          </a:p>
          <a:p>
            <a:pPr marL="571500" indent="-571500">
              <a:buFont typeface="Arial" panose="020B0604020202020204" pitchFamily="34" charset="0"/>
              <a:buChar char="•"/>
            </a:pPr>
            <a:r>
              <a:rPr lang="en-US" dirty="0"/>
              <a:t>Industrial applications have lower quantities</a:t>
            </a:r>
          </a:p>
          <a:p>
            <a:pPr marL="571500" indent="-571500">
              <a:buFont typeface="Arial" panose="020B0604020202020204" pitchFamily="34" charset="0"/>
              <a:buChar char="•"/>
            </a:pPr>
            <a:r>
              <a:rPr lang="en-US" dirty="0"/>
              <a:t>Industrial customers can pay a premium</a:t>
            </a:r>
          </a:p>
          <a:p>
            <a:pPr marL="571500" indent="-571500">
              <a:buFont typeface="Arial" panose="020B0604020202020204" pitchFamily="34" charset="0"/>
              <a:buChar char="•"/>
            </a:pPr>
            <a:r>
              <a:rPr lang="en-US" dirty="0"/>
              <a:t>Thus industrial robots are expensive</a:t>
            </a:r>
          </a:p>
          <a:p>
            <a:pPr lvl="1"/>
            <a:endParaRPr lang="nl-BE" sz="3200" dirty="0"/>
          </a:p>
          <a:p>
            <a:pPr marL="571500" indent="-5715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B0ED15F8-EFCC-2AC8-5D22-FE20D4241BF9}"/>
              </a:ext>
            </a:extLst>
          </p:cNvPr>
          <p:cNvSpPr>
            <a:spLocks noGrp="1"/>
          </p:cNvSpPr>
          <p:nvPr>
            <p:ph type="sldNum" sz="quarter" idx="12"/>
          </p:nvPr>
        </p:nvSpPr>
        <p:spPr/>
        <p:txBody>
          <a:bodyPr/>
          <a:lstStyle/>
          <a:p>
            <a:fld id="{B7527A74-2D87-4307-9531-5A57D9647EEB}" type="slidenum">
              <a:rPr lang="nl-BE" smtClean="0"/>
              <a:pPr/>
              <a:t>6</a:t>
            </a:fld>
            <a:endParaRPr lang="nl-BE"/>
          </a:p>
        </p:txBody>
      </p:sp>
      <p:sp>
        <p:nvSpPr>
          <p:cNvPr id="4" name="Title 3">
            <a:extLst>
              <a:ext uri="{FF2B5EF4-FFF2-40B4-BE49-F238E27FC236}">
                <a16:creationId xmlns:a16="http://schemas.microsoft.com/office/drawing/2014/main" id="{12D58BEE-71CF-11D2-27C8-4758F321EFAC}"/>
              </a:ext>
            </a:extLst>
          </p:cNvPr>
          <p:cNvSpPr>
            <a:spLocks noGrp="1"/>
          </p:cNvSpPr>
          <p:nvPr>
            <p:ph type="title"/>
          </p:nvPr>
        </p:nvSpPr>
        <p:spPr/>
        <p:txBody>
          <a:bodyPr/>
          <a:lstStyle/>
          <a:p>
            <a:r>
              <a:rPr lang="nl-NL" dirty="0"/>
              <a:t>Industrial robots </a:t>
            </a:r>
            <a:r>
              <a:rPr lang="nl-NL" dirty="0" err="1"/>
              <a:t>cost</a:t>
            </a:r>
            <a:endParaRPr lang="en-US" dirty="0"/>
          </a:p>
        </p:txBody>
      </p:sp>
      <p:sp>
        <p:nvSpPr>
          <p:cNvPr id="5" name="Date Placeholder 4">
            <a:extLst>
              <a:ext uri="{FF2B5EF4-FFF2-40B4-BE49-F238E27FC236}">
                <a16:creationId xmlns:a16="http://schemas.microsoft.com/office/drawing/2014/main" id="{F443CA6F-E9D7-A1F2-478F-B8A5BC102C84}"/>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6BC50001-E9CE-8245-1986-E441E9872589}"/>
              </a:ext>
            </a:extLst>
          </p:cNvPr>
          <p:cNvSpPr>
            <a:spLocks noGrp="1"/>
          </p:cNvSpPr>
          <p:nvPr>
            <p:ph type="ftr" sz="quarter" idx="11"/>
          </p:nvPr>
        </p:nvSpPr>
        <p:spPr/>
        <p:txBody>
          <a:bodyPr/>
          <a:lstStyle/>
          <a:p>
            <a:r>
              <a:rPr lang="en-US" dirty="0"/>
              <a:t>Robotics &amp; edge AI – introduction to robotics</a:t>
            </a:r>
          </a:p>
        </p:txBody>
      </p:sp>
      <p:pic>
        <p:nvPicPr>
          <p:cNvPr id="8" name="Picture 4">
            <a:extLst>
              <a:ext uri="{FF2B5EF4-FFF2-40B4-BE49-F238E27FC236}">
                <a16:creationId xmlns:a16="http://schemas.microsoft.com/office/drawing/2014/main" id="{560188C8-7E79-428C-EDAE-DF93DCE54F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27875" y="6006887"/>
            <a:ext cx="4713362" cy="3299354"/>
          </a:xfrm>
          <a:prstGeom prst="rect">
            <a:avLst/>
          </a:prstGeom>
        </p:spPr>
      </p:pic>
      <p:pic>
        <p:nvPicPr>
          <p:cNvPr id="9" name="Picture 9">
            <a:extLst>
              <a:ext uri="{FF2B5EF4-FFF2-40B4-BE49-F238E27FC236}">
                <a16:creationId xmlns:a16="http://schemas.microsoft.com/office/drawing/2014/main" id="{13372BE2-ADA9-E1DD-8922-6B9DDC6DD0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81113" y="0"/>
            <a:ext cx="6006887" cy="6006887"/>
          </a:xfrm>
          <a:prstGeom prst="rect">
            <a:avLst/>
          </a:prstGeom>
        </p:spPr>
      </p:pic>
    </p:spTree>
    <p:extLst>
      <p:ext uri="{BB962C8B-B14F-4D97-AF65-F5344CB8AC3E}">
        <p14:creationId xmlns:p14="http://schemas.microsoft.com/office/powerpoint/2010/main" val="1113259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44ACA-5997-CE12-50CF-1511F1B1D533}"/>
            </a:ext>
          </a:extLst>
        </p:cNvPr>
        <p:cNvGrpSpPr/>
        <p:nvPr/>
      </p:nvGrpSpPr>
      <p:grpSpPr>
        <a:xfrm>
          <a:off x="0" y="0"/>
          <a:ext cx="0" cy="0"/>
          <a:chOff x="0" y="0"/>
          <a:chExt cx="0" cy="0"/>
        </a:xfrm>
      </p:grpSpPr>
      <p:pic>
        <p:nvPicPr>
          <p:cNvPr id="9" name="Picture 3">
            <a:extLst>
              <a:ext uri="{FF2B5EF4-FFF2-40B4-BE49-F238E27FC236}">
                <a16:creationId xmlns:a16="http://schemas.microsoft.com/office/drawing/2014/main" id="{207CDB89-4A45-8BC9-5B18-4D44990FE328}"/>
              </a:ext>
            </a:extLst>
          </p:cNvPr>
          <p:cNvPicPr>
            <a:picLocks noChangeAspect="1"/>
          </p:cNvPicPr>
          <p:nvPr/>
        </p:nvPicPr>
        <p:blipFill>
          <a:blip r:embed="rId3"/>
          <a:stretch>
            <a:fillRect/>
          </a:stretch>
        </p:blipFill>
        <p:spPr>
          <a:xfrm>
            <a:off x="8931729" y="3559791"/>
            <a:ext cx="9092900" cy="5134087"/>
          </a:xfrm>
          <a:prstGeom prst="rect">
            <a:avLst/>
          </a:prstGeom>
        </p:spPr>
      </p:pic>
      <p:sp>
        <p:nvSpPr>
          <p:cNvPr id="2" name="Text Placeholder 1">
            <a:extLst>
              <a:ext uri="{FF2B5EF4-FFF2-40B4-BE49-F238E27FC236}">
                <a16:creationId xmlns:a16="http://schemas.microsoft.com/office/drawing/2014/main" id="{CCCF91C8-FFB1-04DC-F401-F1A256C4F639}"/>
              </a:ext>
            </a:extLst>
          </p:cNvPr>
          <p:cNvSpPr>
            <a:spLocks noGrp="1"/>
          </p:cNvSpPr>
          <p:nvPr>
            <p:ph type="body" sz="quarter" idx="17"/>
          </p:nvPr>
        </p:nvSpPr>
        <p:spPr>
          <a:xfrm>
            <a:off x="998693" y="1850548"/>
            <a:ext cx="10382321" cy="6103800"/>
          </a:xfrm>
        </p:spPr>
        <p:txBody>
          <a:bodyPr/>
          <a:lstStyle/>
          <a:p>
            <a:pPr marL="571500" indent="-571500">
              <a:buFont typeface="Arial" panose="020B0604020202020204" pitchFamily="34" charset="0"/>
              <a:buChar char="•"/>
            </a:pPr>
            <a:r>
              <a:rPr lang="en-US" dirty="0"/>
              <a:t>Manipulator</a:t>
            </a:r>
          </a:p>
          <a:p>
            <a:pPr marL="1257300" lvl="1" indent="-571500">
              <a:buFont typeface="Arial" panose="020B0604020202020204" pitchFamily="34" charset="0"/>
              <a:buChar char="•"/>
            </a:pPr>
            <a:r>
              <a:rPr lang="en-US" dirty="0"/>
              <a:t>Mechanical elements to position the end effector or manipulate the end effector position</a:t>
            </a:r>
          </a:p>
          <a:p>
            <a:pPr marL="571500" indent="-571500">
              <a:buFont typeface="Arial" panose="020B0604020202020204" pitchFamily="34" charset="0"/>
              <a:buChar char="•"/>
            </a:pPr>
            <a:r>
              <a:rPr lang="en-US" dirty="0"/>
              <a:t>End effector</a:t>
            </a:r>
          </a:p>
          <a:p>
            <a:pPr marL="1257300" lvl="1" indent="-571500">
              <a:buFont typeface="Arial" panose="020B0604020202020204" pitchFamily="34" charset="0"/>
              <a:buChar char="•"/>
            </a:pPr>
            <a:r>
              <a:rPr lang="en-US" dirty="0"/>
              <a:t>Gripper or tooling</a:t>
            </a:r>
          </a:p>
          <a:p>
            <a:pPr marL="571500" indent="-571500">
              <a:buFont typeface="Arial" panose="020B0604020202020204" pitchFamily="34" charset="0"/>
              <a:buChar char="•"/>
            </a:pPr>
            <a:r>
              <a:rPr lang="en-US" dirty="0"/>
              <a:t>Controller</a:t>
            </a:r>
          </a:p>
          <a:p>
            <a:pPr marL="1257300" lvl="1" indent="-571500">
              <a:buFont typeface="Arial" panose="020B0604020202020204" pitchFamily="34" charset="0"/>
              <a:buChar char="•"/>
            </a:pPr>
            <a:r>
              <a:rPr lang="en-US" dirty="0"/>
              <a:t>Controls the motion of the joints in the manipulator and processing of IO</a:t>
            </a:r>
          </a:p>
          <a:p>
            <a:pPr marL="571500" indent="-571500">
              <a:buFont typeface="Arial" panose="020B0604020202020204" pitchFamily="34" charset="0"/>
              <a:buChar char="•"/>
            </a:pPr>
            <a:r>
              <a:rPr lang="en-US" dirty="0"/>
              <a:t>Teach pendant</a:t>
            </a:r>
          </a:p>
          <a:p>
            <a:pPr marL="1257300" lvl="1" indent="-571500">
              <a:buFont typeface="Arial" panose="020B0604020202020204" pitchFamily="34" charset="0"/>
              <a:buChar char="•"/>
            </a:pPr>
            <a:r>
              <a:rPr lang="en-US" dirty="0"/>
              <a:t>User interface for operator</a:t>
            </a:r>
          </a:p>
        </p:txBody>
      </p:sp>
      <p:sp>
        <p:nvSpPr>
          <p:cNvPr id="3" name="Slide Number Placeholder 2">
            <a:extLst>
              <a:ext uri="{FF2B5EF4-FFF2-40B4-BE49-F238E27FC236}">
                <a16:creationId xmlns:a16="http://schemas.microsoft.com/office/drawing/2014/main" id="{8ADF36D8-1D95-44DE-A10D-3D77C34B2152}"/>
              </a:ext>
            </a:extLst>
          </p:cNvPr>
          <p:cNvSpPr>
            <a:spLocks noGrp="1"/>
          </p:cNvSpPr>
          <p:nvPr>
            <p:ph type="sldNum" sz="quarter" idx="12"/>
          </p:nvPr>
        </p:nvSpPr>
        <p:spPr/>
        <p:txBody>
          <a:bodyPr/>
          <a:lstStyle/>
          <a:p>
            <a:fld id="{B7527A74-2D87-4307-9531-5A57D9647EEB}" type="slidenum">
              <a:rPr lang="nl-BE" smtClean="0"/>
              <a:pPr/>
              <a:t>7</a:t>
            </a:fld>
            <a:endParaRPr lang="nl-BE"/>
          </a:p>
        </p:txBody>
      </p:sp>
      <p:sp>
        <p:nvSpPr>
          <p:cNvPr id="4" name="Title 3">
            <a:extLst>
              <a:ext uri="{FF2B5EF4-FFF2-40B4-BE49-F238E27FC236}">
                <a16:creationId xmlns:a16="http://schemas.microsoft.com/office/drawing/2014/main" id="{FB008314-295D-E756-28EB-F67D7A44B44D}"/>
              </a:ext>
            </a:extLst>
          </p:cNvPr>
          <p:cNvSpPr>
            <a:spLocks noGrp="1"/>
          </p:cNvSpPr>
          <p:nvPr>
            <p:ph type="title"/>
          </p:nvPr>
        </p:nvSpPr>
        <p:spPr/>
        <p:txBody>
          <a:bodyPr/>
          <a:lstStyle/>
          <a:p>
            <a:r>
              <a:rPr lang="nl-NL" dirty="0" err="1"/>
              <a:t>Terminology</a:t>
            </a:r>
            <a:endParaRPr lang="en-US" dirty="0"/>
          </a:p>
        </p:txBody>
      </p:sp>
      <p:sp>
        <p:nvSpPr>
          <p:cNvPr id="5" name="Date Placeholder 4">
            <a:extLst>
              <a:ext uri="{FF2B5EF4-FFF2-40B4-BE49-F238E27FC236}">
                <a16:creationId xmlns:a16="http://schemas.microsoft.com/office/drawing/2014/main" id="{DB289AEA-1A0F-CECB-8AB3-517CB4DA2BC4}"/>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86FBEB13-02C8-BD1D-E7DD-FCD17423B59C}"/>
              </a:ext>
            </a:extLst>
          </p:cNvPr>
          <p:cNvSpPr>
            <a:spLocks noGrp="1"/>
          </p:cNvSpPr>
          <p:nvPr>
            <p:ph type="ftr" sz="quarter" idx="11"/>
          </p:nvPr>
        </p:nvSpPr>
        <p:spPr/>
        <p:txBody>
          <a:bodyPr/>
          <a:lstStyle/>
          <a:p>
            <a:r>
              <a:rPr lang="en-US" dirty="0"/>
              <a:t>Robotics &amp; edge AI – introduction to robotics</a:t>
            </a:r>
          </a:p>
        </p:txBody>
      </p:sp>
    </p:spTree>
    <p:extLst>
      <p:ext uri="{BB962C8B-B14F-4D97-AF65-F5344CB8AC3E}">
        <p14:creationId xmlns:p14="http://schemas.microsoft.com/office/powerpoint/2010/main" val="45605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F1B61-77AE-9F03-10AE-ED829FD89DA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E48702A-AC70-2931-0DF7-79962DA17EE3}"/>
              </a:ext>
            </a:extLst>
          </p:cNvPr>
          <p:cNvSpPr>
            <a:spLocks noGrp="1"/>
          </p:cNvSpPr>
          <p:nvPr>
            <p:ph type="body" sz="quarter" idx="17"/>
          </p:nvPr>
        </p:nvSpPr>
        <p:spPr>
          <a:xfrm>
            <a:off x="998693" y="1850548"/>
            <a:ext cx="10382321" cy="6103800"/>
          </a:xfrm>
        </p:spPr>
        <p:txBody>
          <a:bodyPr/>
          <a:lstStyle/>
          <a:p>
            <a:pPr marL="571500" indent="-571500">
              <a:buFont typeface="Arial" panose="020B0604020202020204" pitchFamily="34" charset="0"/>
              <a:buChar char="•"/>
            </a:pPr>
            <a:r>
              <a:rPr lang="en-US" dirty="0"/>
              <a:t>Mechanical arm construction of the robot system</a:t>
            </a:r>
          </a:p>
          <a:p>
            <a:pPr marL="571500" indent="-571500">
              <a:buFont typeface="Arial" panose="020B0604020202020204" pitchFamily="34" charset="0"/>
              <a:buChar char="•"/>
            </a:pPr>
            <a:r>
              <a:rPr lang="en-US" dirty="0"/>
              <a:t>Move end effector + payload</a:t>
            </a:r>
          </a:p>
          <a:p>
            <a:pPr marL="1257300" lvl="1" indent="-571500">
              <a:buFont typeface="Arial" panose="020B0604020202020204" pitchFamily="34" charset="0"/>
              <a:buChar char="•"/>
            </a:pPr>
            <a:r>
              <a:rPr lang="en-US" dirty="0"/>
              <a:t>Position and attitude (orientation)</a:t>
            </a:r>
          </a:p>
          <a:p>
            <a:pPr marL="571500" indent="-571500">
              <a:buFont typeface="Arial" panose="020B0604020202020204" pitchFamily="34" charset="0"/>
              <a:buChar char="•"/>
            </a:pPr>
            <a:r>
              <a:rPr lang="en-US" dirty="0"/>
              <a:t>Consists of LINKS + JOINTS</a:t>
            </a:r>
            <a:br>
              <a:rPr lang="en-US" dirty="0"/>
            </a:br>
            <a:r>
              <a:rPr lang="en-US" dirty="0">
                <a:sym typeface="Wingdings" panose="05000000000000000000" pitchFamily="2" charset="2"/>
              </a:rPr>
              <a:t> configuration of the manipulator</a:t>
            </a:r>
            <a:endParaRPr lang="en-US" dirty="0"/>
          </a:p>
          <a:p>
            <a:pPr marL="571500" indent="-571500">
              <a:buFont typeface="Arial" panose="020B0604020202020204" pitchFamily="34" charset="0"/>
              <a:buChar char="•"/>
            </a:pPr>
            <a:r>
              <a:rPr lang="en-US" dirty="0"/>
              <a:t>Actuators </a:t>
            </a:r>
            <a:r>
              <a:rPr lang="en-US" dirty="0">
                <a:sym typeface="Wingdings" panose="05000000000000000000" pitchFamily="2" charset="2"/>
              </a:rPr>
              <a:t>= drive chain</a:t>
            </a:r>
          </a:p>
          <a:p>
            <a:pPr marL="571500" indent="-571500">
              <a:buFont typeface="Arial" panose="020B0604020202020204" pitchFamily="34" charset="0"/>
              <a:buChar char="•"/>
            </a:pPr>
            <a:r>
              <a:rPr lang="en-US" dirty="0"/>
              <a:t>Sensors </a:t>
            </a:r>
            <a:r>
              <a:rPr lang="en-US" dirty="0">
                <a:sym typeface="Wingdings" panose="05000000000000000000" pitchFamily="2" charset="2"/>
              </a:rPr>
              <a:t> position feedback to the controller</a:t>
            </a:r>
            <a:endParaRPr lang="en-US" dirty="0"/>
          </a:p>
          <a:p>
            <a:endParaRPr lang="en-BE" dirty="0"/>
          </a:p>
        </p:txBody>
      </p:sp>
      <p:sp>
        <p:nvSpPr>
          <p:cNvPr id="3" name="Slide Number Placeholder 2">
            <a:extLst>
              <a:ext uri="{FF2B5EF4-FFF2-40B4-BE49-F238E27FC236}">
                <a16:creationId xmlns:a16="http://schemas.microsoft.com/office/drawing/2014/main" id="{7A3B2FEF-BC71-5E44-9949-16C9D5E82736}"/>
              </a:ext>
            </a:extLst>
          </p:cNvPr>
          <p:cNvSpPr>
            <a:spLocks noGrp="1"/>
          </p:cNvSpPr>
          <p:nvPr>
            <p:ph type="sldNum" sz="quarter" idx="12"/>
          </p:nvPr>
        </p:nvSpPr>
        <p:spPr/>
        <p:txBody>
          <a:bodyPr/>
          <a:lstStyle/>
          <a:p>
            <a:fld id="{B7527A74-2D87-4307-9531-5A57D9647EEB}" type="slidenum">
              <a:rPr lang="nl-BE" smtClean="0"/>
              <a:pPr/>
              <a:t>8</a:t>
            </a:fld>
            <a:endParaRPr lang="nl-BE"/>
          </a:p>
        </p:txBody>
      </p:sp>
      <p:sp>
        <p:nvSpPr>
          <p:cNvPr id="4" name="Title 3">
            <a:extLst>
              <a:ext uri="{FF2B5EF4-FFF2-40B4-BE49-F238E27FC236}">
                <a16:creationId xmlns:a16="http://schemas.microsoft.com/office/drawing/2014/main" id="{32F3E980-B70B-5C66-8854-45A05B8F30FF}"/>
              </a:ext>
            </a:extLst>
          </p:cNvPr>
          <p:cNvSpPr>
            <a:spLocks noGrp="1"/>
          </p:cNvSpPr>
          <p:nvPr>
            <p:ph type="title"/>
          </p:nvPr>
        </p:nvSpPr>
        <p:spPr/>
        <p:txBody>
          <a:bodyPr/>
          <a:lstStyle/>
          <a:p>
            <a:r>
              <a:rPr lang="nl-NL" dirty="0"/>
              <a:t>Manipulator</a:t>
            </a:r>
            <a:endParaRPr lang="en-US" dirty="0"/>
          </a:p>
        </p:txBody>
      </p:sp>
      <p:sp>
        <p:nvSpPr>
          <p:cNvPr id="5" name="Date Placeholder 4">
            <a:extLst>
              <a:ext uri="{FF2B5EF4-FFF2-40B4-BE49-F238E27FC236}">
                <a16:creationId xmlns:a16="http://schemas.microsoft.com/office/drawing/2014/main" id="{9C9B2CA9-655C-6B8D-A306-BB7A6D75A2C5}"/>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0DA8FE79-2FCD-8367-CBF7-1189BA423F11}"/>
              </a:ext>
            </a:extLst>
          </p:cNvPr>
          <p:cNvSpPr>
            <a:spLocks noGrp="1"/>
          </p:cNvSpPr>
          <p:nvPr>
            <p:ph type="ftr" sz="quarter" idx="11"/>
          </p:nvPr>
        </p:nvSpPr>
        <p:spPr/>
        <p:txBody>
          <a:bodyPr/>
          <a:lstStyle/>
          <a:p>
            <a:r>
              <a:rPr lang="en-US" dirty="0"/>
              <a:t>Robotics &amp; edge AI – introduction to robotics</a:t>
            </a:r>
          </a:p>
        </p:txBody>
      </p:sp>
      <p:pic>
        <p:nvPicPr>
          <p:cNvPr id="7" name="Picture 2" descr="Robot manipulator">
            <a:extLst>
              <a:ext uri="{FF2B5EF4-FFF2-40B4-BE49-F238E27FC236}">
                <a16:creationId xmlns:a16="http://schemas.microsoft.com/office/drawing/2014/main" id="{9501F029-236B-9646-259A-1DECFD28F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5572" y="432595"/>
            <a:ext cx="6962428" cy="8746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595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5AD6-8C5B-BEB0-BA8E-0D96934F0E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03C87E-AC06-90E4-AF04-4E319B33D48D}"/>
              </a:ext>
            </a:extLst>
          </p:cNvPr>
          <p:cNvSpPr>
            <a:spLocks noGrp="1"/>
          </p:cNvSpPr>
          <p:nvPr>
            <p:ph type="body" sz="quarter" idx="17"/>
          </p:nvPr>
        </p:nvSpPr>
        <p:spPr>
          <a:xfrm>
            <a:off x="998693" y="1850548"/>
            <a:ext cx="10382321" cy="6901566"/>
          </a:xfrm>
        </p:spPr>
        <p:txBody>
          <a:bodyPr/>
          <a:lstStyle/>
          <a:p>
            <a:pPr marL="571500" indent="-571500">
              <a:buFont typeface="Arial" panose="020B0604020202020204" pitchFamily="34" charset="0"/>
              <a:buChar char="•"/>
            </a:pPr>
            <a:r>
              <a:rPr lang="en-US" dirty="0"/>
              <a:t>LINK</a:t>
            </a:r>
            <a:r>
              <a:rPr lang="en-US" sz="2400" dirty="0"/>
              <a:t> = </a:t>
            </a:r>
            <a:r>
              <a:rPr lang="en-US" dirty="0"/>
              <a:t>fixed mechanical components of the manipulator</a:t>
            </a:r>
            <a:endParaRPr lang="en-US" sz="2400" dirty="0"/>
          </a:p>
          <a:p>
            <a:pPr marL="1257300" lvl="1" indent="-571500">
              <a:buFont typeface="Arial" panose="020B0604020202020204" pitchFamily="34" charset="0"/>
              <a:buChar char="•"/>
            </a:pPr>
            <a:r>
              <a:rPr lang="en-US" dirty="0"/>
              <a:t>Link 0 = manipulator base </a:t>
            </a:r>
            <a:r>
              <a:rPr lang="en-US" dirty="0">
                <a:sym typeface="Wingdings" panose="05000000000000000000" pitchFamily="2" charset="2"/>
              </a:rPr>
              <a:t> can’t move, is the anchor for the kinematic chain</a:t>
            </a:r>
          </a:p>
          <a:p>
            <a:pPr marL="1257300" lvl="1" indent="-571500">
              <a:buFont typeface="Arial" panose="020B0604020202020204" pitchFamily="34" charset="0"/>
              <a:buChar char="•"/>
            </a:pPr>
            <a:r>
              <a:rPr lang="en-US" dirty="0">
                <a:sym typeface="Wingdings" panose="05000000000000000000" pitchFamily="2" charset="2"/>
              </a:rPr>
              <a:t>Final link = connection for end effector</a:t>
            </a:r>
            <a:endParaRPr lang="en-US" dirty="0"/>
          </a:p>
          <a:p>
            <a:pPr marL="571500" indent="-571500">
              <a:buFont typeface="Arial" panose="020B0604020202020204" pitchFamily="34" charset="0"/>
              <a:buChar char="•"/>
            </a:pPr>
            <a:r>
              <a:rPr lang="en-US" dirty="0"/>
              <a:t>JOINT = mechanical components between 2 links that allow relative movement between those links (relative movement of the output link to the input link)</a:t>
            </a:r>
          </a:p>
          <a:p>
            <a:pPr marL="1257300" lvl="1" indent="-571500">
              <a:buFont typeface="Arial" panose="020B0604020202020204" pitchFamily="34" charset="0"/>
              <a:buChar char="•"/>
            </a:pPr>
            <a:r>
              <a:rPr lang="en-US" dirty="0"/>
              <a:t>Every joint = 1 DOF (degree of freedom)</a:t>
            </a:r>
          </a:p>
          <a:p>
            <a:pPr marL="571500" indent="-571500">
              <a:buFont typeface="Arial" panose="020B0604020202020204" pitchFamily="34" charset="0"/>
              <a:buChar char="•"/>
            </a:pPr>
            <a:r>
              <a:rPr lang="en-US" dirty="0"/>
              <a:t>The joint count, joint types and how the manipulator is constructed (geometry of the links) </a:t>
            </a:r>
            <a:r>
              <a:rPr lang="en-US" dirty="0">
                <a:sym typeface="Wingdings" panose="05000000000000000000" pitchFamily="2" charset="2"/>
              </a:rPr>
              <a:t> robot configuration</a:t>
            </a:r>
            <a:endParaRPr lang="en-US" dirty="0"/>
          </a:p>
        </p:txBody>
      </p:sp>
      <p:sp>
        <p:nvSpPr>
          <p:cNvPr id="3" name="Slide Number Placeholder 2">
            <a:extLst>
              <a:ext uri="{FF2B5EF4-FFF2-40B4-BE49-F238E27FC236}">
                <a16:creationId xmlns:a16="http://schemas.microsoft.com/office/drawing/2014/main" id="{7A286C4D-536B-C71D-0E64-71AB0598114B}"/>
              </a:ext>
            </a:extLst>
          </p:cNvPr>
          <p:cNvSpPr>
            <a:spLocks noGrp="1"/>
          </p:cNvSpPr>
          <p:nvPr>
            <p:ph type="sldNum" sz="quarter" idx="12"/>
          </p:nvPr>
        </p:nvSpPr>
        <p:spPr/>
        <p:txBody>
          <a:bodyPr/>
          <a:lstStyle/>
          <a:p>
            <a:fld id="{B7527A74-2D87-4307-9531-5A57D9647EEB}" type="slidenum">
              <a:rPr lang="nl-BE" smtClean="0"/>
              <a:pPr/>
              <a:t>9</a:t>
            </a:fld>
            <a:endParaRPr lang="nl-BE"/>
          </a:p>
        </p:txBody>
      </p:sp>
      <p:sp>
        <p:nvSpPr>
          <p:cNvPr id="4" name="Title 3">
            <a:extLst>
              <a:ext uri="{FF2B5EF4-FFF2-40B4-BE49-F238E27FC236}">
                <a16:creationId xmlns:a16="http://schemas.microsoft.com/office/drawing/2014/main" id="{4AE52D0C-B2C1-3F89-3E22-0B945684B0DF}"/>
              </a:ext>
            </a:extLst>
          </p:cNvPr>
          <p:cNvSpPr>
            <a:spLocks noGrp="1"/>
          </p:cNvSpPr>
          <p:nvPr>
            <p:ph type="title"/>
          </p:nvPr>
        </p:nvSpPr>
        <p:spPr/>
        <p:txBody>
          <a:bodyPr/>
          <a:lstStyle/>
          <a:p>
            <a:r>
              <a:rPr lang="nl-NL" dirty="0"/>
              <a:t>Manipulator</a:t>
            </a:r>
            <a:endParaRPr lang="en-US" dirty="0"/>
          </a:p>
        </p:txBody>
      </p:sp>
      <p:sp>
        <p:nvSpPr>
          <p:cNvPr id="5" name="Date Placeholder 4">
            <a:extLst>
              <a:ext uri="{FF2B5EF4-FFF2-40B4-BE49-F238E27FC236}">
                <a16:creationId xmlns:a16="http://schemas.microsoft.com/office/drawing/2014/main" id="{9F6A188D-4AE2-C172-3DD6-9201CBAC909F}"/>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8A4FFF08-E0BD-F330-64C1-3280C3C9361C}"/>
              </a:ext>
            </a:extLst>
          </p:cNvPr>
          <p:cNvSpPr>
            <a:spLocks noGrp="1"/>
          </p:cNvSpPr>
          <p:nvPr>
            <p:ph type="ftr" sz="quarter" idx="11"/>
          </p:nvPr>
        </p:nvSpPr>
        <p:spPr/>
        <p:txBody>
          <a:bodyPr/>
          <a:lstStyle/>
          <a:p>
            <a:r>
              <a:rPr lang="en-US" dirty="0"/>
              <a:t>Robotics &amp; edge AI – introduction to robotics</a:t>
            </a:r>
          </a:p>
        </p:txBody>
      </p:sp>
      <p:pic>
        <p:nvPicPr>
          <p:cNvPr id="8" name="Picture 3">
            <a:extLst>
              <a:ext uri="{FF2B5EF4-FFF2-40B4-BE49-F238E27FC236}">
                <a16:creationId xmlns:a16="http://schemas.microsoft.com/office/drawing/2014/main" id="{C20591FC-CB4A-7452-7D99-71F6BDA28F41}"/>
              </a:ext>
            </a:extLst>
          </p:cNvPr>
          <p:cNvPicPr>
            <a:picLocks noChangeAspect="1"/>
          </p:cNvPicPr>
          <p:nvPr/>
        </p:nvPicPr>
        <p:blipFill>
          <a:blip r:embed="rId3">
            <a:extLst>
              <a:ext uri="{28A0092B-C50C-407E-A947-70E740481C1C}">
                <a14:useLocalDpi xmlns:a14="http://schemas.microsoft.com/office/drawing/2010/main" val="0"/>
              </a:ext>
            </a:extLst>
          </a:blip>
          <a:srcRect l="3234" r="4969"/>
          <a:stretch>
            <a:fillRect/>
          </a:stretch>
        </p:blipFill>
        <p:spPr>
          <a:xfrm>
            <a:off x="11876204" y="2150549"/>
            <a:ext cx="6335486" cy="6901566"/>
          </a:xfrm>
          <a:prstGeom prst="rect">
            <a:avLst/>
          </a:prstGeom>
        </p:spPr>
      </p:pic>
    </p:spTree>
    <p:extLst>
      <p:ext uri="{BB962C8B-B14F-4D97-AF65-F5344CB8AC3E}">
        <p14:creationId xmlns:p14="http://schemas.microsoft.com/office/powerpoint/2010/main" val="349956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AC54-A445-58BF-48AB-ACA96F24536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A39F284-3077-B971-BC5A-D8802BAE3C6D}"/>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nl-NL" dirty="0"/>
              <a:t>DOF: 1 joint = TCP </a:t>
            </a:r>
            <a:r>
              <a:rPr lang="nl-NL" dirty="0" err="1"/>
              <a:t>can</a:t>
            </a:r>
            <a:r>
              <a:rPr lang="nl-NL" dirty="0"/>
              <a:t> move in a line or </a:t>
            </a:r>
            <a:r>
              <a:rPr lang="nl-NL" dirty="0" err="1"/>
              <a:t>circle</a:t>
            </a:r>
            <a:r>
              <a:rPr lang="nl-NL" dirty="0"/>
              <a:t>, 2 joints = TCP move on a </a:t>
            </a:r>
            <a:r>
              <a:rPr lang="nl-NL" dirty="0" err="1"/>
              <a:t>plane</a:t>
            </a:r>
            <a:r>
              <a:rPr lang="nl-NL" dirty="0"/>
              <a:t> (</a:t>
            </a:r>
            <a:r>
              <a:rPr lang="nl-NL" dirty="0" err="1"/>
              <a:t>not</a:t>
            </a:r>
            <a:r>
              <a:rPr lang="nl-NL" dirty="0"/>
              <a:t> </a:t>
            </a:r>
            <a:r>
              <a:rPr lang="nl-NL" dirty="0" err="1"/>
              <a:t>necessarily</a:t>
            </a:r>
            <a:r>
              <a:rPr lang="nl-NL" dirty="0"/>
              <a:t> flat), 3 joints = TCP move in a volume</a:t>
            </a:r>
            <a:endParaRPr lang="nl-NL" dirty="0">
              <a:sym typeface="Wingdings" panose="05000000000000000000" pitchFamily="2" charset="2"/>
            </a:endParaRPr>
          </a:p>
          <a:p>
            <a:pPr marL="571500" indent="-571500">
              <a:buFont typeface="Arial" panose="020B0604020202020204" pitchFamily="34" charset="0"/>
              <a:buChar char="•"/>
            </a:pPr>
            <a:r>
              <a:rPr lang="nl-NL" dirty="0" err="1"/>
              <a:t>Wrist</a:t>
            </a:r>
            <a:r>
              <a:rPr lang="nl-NL" dirty="0"/>
              <a:t> </a:t>
            </a:r>
            <a:r>
              <a:rPr lang="nl-NL" dirty="0" err="1"/>
              <a:t>axes</a:t>
            </a:r>
            <a:r>
              <a:rPr lang="nl-NL" dirty="0"/>
              <a:t> (4-6) </a:t>
            </a:r>
            <a:r>
              <a:rPr lang="nl-NL" dirty="0">
                <a:sym typeface="Wingdings" panose="05000000000000000000" pitchFamily="2" charset="2"/>
              </a:rPr>
              <a:t> </a:t>
            </a:r>
            <a:r>
              <a:rPr lang="nl-NL" dirty="0" err="1">
                <a:sym typeface="Wingdings" panose="05000000000000000000" pitchFamily="2" charset="2"/>
              </a:rPr>
              <a:t>determine</a:t>
            </a:r>
            <a:r>
              <a:rPr lang="nl-NL" dirty="0">
                <a:sym typeface="Wingdings" panose="05000000000000000000" pitchFamily="2" charset="2"/>
              </a:rPr>
              <a:t> attitude of </a:t>
            </a:r>
            <a:r>
              <a:rPr lang="nl-NL" dirty="0" err="1">
                <a:sym typeface="Wingdings" panose="05000000000000000000" pitchFamily="2" charset="2"/>
              </a:rPr>
              <a:t>the</a:t>
            </a:r>
            <a:r>
              <a:rPr lang="nl-NL" dirty="0">
                <a:sym typeface="Wingdings" panose="05000000000000000000" pitchFamily="2" charset="2"/>
              </a:rPr>
              <a:t> end effector</a:t>
            </a:r>
          </a:p>
          <a:p>
            <a:pPr marL="571500" indent="-571500">
              <a:buFont typeface="Arial" panose="020B0604020202020204" pitchFamily="34" charset="0"/>
              <a:buChar char="•"/>
            </a:pPr>
            <a:endParaRPr lang="en-BE" dirty="0"/>
          </a:p>
        </p:txBody>
      </p:sp>
      <p:sp>
        <p:nvSpPr>
          <p:cNvPr id="3" name="Slide Number Placeholder 2">
            <a:extLst>
              <a:ext uri="{FF2B5EF4-FFF2-40B4-BE49-F238E27FC236}">
                <a16:creationId xmlns:a16="http://schemas.microsoft.com/office/drawing/2014/main" id="{0DF3FA79-A0CD-EB56-B5AC-140C4721BA19}"/>
              </a:ext>
            </a:extLst>
          </p:cNvPr>
          <p:cNvSpPr>
            <a:spLocks noGrp="1"/>
          </p:cNvSpPr>
          <p:nvPr>
            <p:ph type="sldNum" sz="quarter" idx="12"/>
          </p:nvPr>
        </p:nvSpPr>
        <p:spPr/>
        <p:txBody>
          <a:bodyPr/>
          <a:lstStyle/>
          <a:p>
            <a:fld id="{B7527A74-2D87-4307-9531-5A57D9647EEB}" type="slidenum">
              <a:rPr lang="nl-BE" smtClean="0"/>
              <a:pPr/>
              <a:t>10</a:t>
            </a:fld>
            <a:endParaRPr lang="nl-BE"/>
          </a:p>
        </p:txBody>
      </p:sp>
      <p:sp>
        <p:nvSpPr>
          <p:cNvPr id="4" name="Title 3">
            <a:extLst>
              <a:ext uri="{FF2B5EF4-FFF2-40B4-BE49-F238E27FC236}">
                <a16:creationId xmlns:a16="http://schemas.microsoft.com/office/drawing/2014/main" id="{3BF0797E-83FB-9AB6-2A55-8C3293EDE99B}"/>
              </a:ext>
            </a:extLst>
          </p:cNvPr>
          <p:cNvSpPr>
            <a:spLocks noGrp="1"/>
          </p:cNvSpPr>
          <p:nvPr>
            <p:ph type="title"/>
          </p:nvPr>
        </p:nvSpPr>
        <p:spPr/>
        <p:txBody>
          <a:bodyPr/>
          <a:lstStyle/>
          <a:p>
            <a:r>
              <a:rPr lang="en-US" dirty="0"/>
              <a:t>Joint count</a:t>
            </a:r>
          </a:p>
        </p:txBody>
      </p:sp>
      <p:sp>
        <p:nvSpPr>
          <p:cNvPr id="5" name="Date Placeholder 4">
            <a:extLst>
              <a:ext uri="{FF2B5EF4-FFF2-40B4-BE49-F238E27FC236}">
                <a16:creationId xmlns:a16="http://schemas.microsoft.com/office/drawing/2014/main" id="{78C249D2-36C3-166B-DA86-CF781CF3DB5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AB4E7522-3BBE-6D54-8F69-524563BA3940}"/>
              </a:ext>
            </a:extLst>
          </p:cNvPr>
          <p:cNvSpPr>
            <a:spLocks noGrp="1"/>
          </p:cNvSpPr>
          <p:nvPr>
            <p:ph type="ftr" sz="quarter" idx="11"/>
          </p:nvPr>
        </p:nvSpPr>
        <p:spPr/>
        <p:txBody>
          <a:bodyPr/>
          <a:lstStyle/>
          <a:p>
            <a:r>
              <a:rPr lang="en-US" dirty="0"/>
              <a:t>Robotics &amp; edge AI – introduction to robotics</a:t>
            </a:r>
          </a:p>
        </p:txBody>
      </p:sp>
      <p:pic>
        <p:nvPicPr>
          <p:cNvPr id="13314" name="Picture 2" descr="what-are-the-6-degrees-of-freedom">
            <a:extLst>
              <a:ext uri="{FF2B5EF4-FFF2-40B4-BE49-F238E27FC236}">
                <a16:creationId xmlns:a16="http://schemas.microsoft.com/office/drawing/2014/main" id="{5F92AA96-FDAB-DB20-1C55-5418964CC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4127" y="4595132"/>
            <a:ext cx="5821816" cy="436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686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75864-3AD4-655D-329B-5966893EFBD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469367-CCCE-1206-84CD-FD5CD72E91A5}"/>
              </a:ext>
            </a:extLst>
          </p:cNvPr>
          <p:cNvSpPr>
            <a:spLocks noGrp="1"/>
          </p:cNvSpPr>
          <p:nvPr>
            <p:ph type="body" sz="quarter" idx="17"/>
          </p:nvPr>
        </p:nvSpPr>
        <p:spPr>
          <a:xfrm>
            <a:off x="998694" y="1850548"/>
            <a:ext cx="8504536" cy="6103800"/>
          </a:xfrm>
        </p:spPr>
        <p:txBody>
          <a:bodyPr/>
          <a:lstStyle/>
          <a:p>
            <a:pPr marL="571500" indent="-571500">
              <a:buFont typeface="Arial" panose="020B0604020202020204" pitchFamily="34" charset="0"/>
              <a:buChar char="•"/>
            </a:pPr>
            <a:r>
              <a:rPr lang="en-US" dirty="0"/>
              <a:t>Calculations to convert coordinates between different reference frames (coordinate systems)</a:t>
            </a:r>
          </a:p>
          <a:p>
            <a:pPr marL="571500" indent="-571500">
              <a:buFont typeface="Arial" panose="020B0604020202020204" pitchFamily="34" charset="0"/>
              <a:buChar char="•"/>
            </a:pPr>
            <a:r>
              <a:rPr lang="en-US" dirty="0"/>
              <a:t>2 types: forward and inverse</a:t>
            </a:r>
          </a:p>
          <a:p>
            <a:pPr marL="1257300" lvl="1" indent="-571500">
              <a:buFont typeface="Arial" panose="020B0604020202020204" pitchFamily="34" charset="0"/>
              <a:buChar char="•"/>
            </a:pPr>
            <a:r>
              <a:rPr lang="en-US" dirty="0"/>
              <a:t>Forward: Calculate world position given joint positions </a:t>
            </a:r>
          </a:p>
          <a:p>
            <a:pPr marL="1257300" lvl="1" indent="-571500">
              <a:buFont typeface="Arial" panose="020B0604020202020204" pitchFamily="34" charset="0"/>
              <a:buChar char="•"/>
            </a:pPr>
            <a:r>
              <a:rPr lang="en-US" dirty="0"/>
              <a:t>Inverse: Calculate joint positions give a world position</a:t>
            </a:r>
          </a:p>
        </p:txBody>
      </p:sp>
      <p:sp>
        <p:nvSpPr>
          <p:cNvPr id="3" name="Slide Number Placeholder 2">
            <a:extLst>
              <a:ext uri="{FF2B5EF4-FFF2-40B4-BE49-F238E27FC236}">
                <a16:creationId xmlns:a16="http://schemas.microsoft.com/office/drawing/2014/main" id="{BEA345F8-B079-6BC3-9CAE-BF82F84CD572}"/>
              </a:ext>
            </a:extLst>
          </p:cNvPr>
          <p:cNvSpPr>
            <a:spLocks noGrp="1"/>
          </p:cNvSpPr>
          <p:nvPr>
            <p:ph type="sldNum" sz="quarter" idx="12"/>
          </p:nvPr>
        </p:nvSpPr>
        <p:spPr/>
        <p:txBody>
          <a:bodyPr/>
          <a:lstStyle/>
          <a:p>
            <a:fld id="{B7527A74-2D87-4307-9531-5A57D9647EEB}" type="slidenum">
              <a:rPr lang="nl-BE" smtClean="0"/>
              <a:pPr/>
              <a:t>11</a:t>
            </a:fld>
            <a:endParaRPr lang="nl-BE"/>
          </a:p>
        </p:txBody>
      </p:sp>
      <p:sp>
        <p:nvSpPr>
          <p:cNvPr id="4" name="Title 3">
            <a:extLst>
              <a:ext uri="{FF2B5EF4-FFF2-40B4-BE49-F238E27FC236}">
                <a16:creationId xmlns:a16="http://schemas.microsoft.com/office/drawing/2014/main" id="{90190F59-8D8F-2D24-B151-6B8D3B8D72EA}"/>
              </a:ext>
            </a:extLst>
          </p:cNvPr>
          <p:cNvSpPr>
            <a:spLocks noGrp="1"/>
          </p:cNvSpPr>
          <p:nvPr>
            <p:ph type="title"/>
          </p:nvPr>
        </p:nvSpPr>
        <p:spPr/>
        <p:txBody>
          <a:bodyPr/>
          <a:lstStyle/>
          <a:p>
            <a:r>
              <a:rPr lang="nl-NL" dirty="0"/>
              <a:t>Kinematics</a:t>
            </a:r>
            <a:endParaRPr lang="en-US" dirty="0"/>
          </a:p>
        </p:txBody>
      </p:sp>
      <p:sp>
        <p:nvSpPr>
          <p:cNvPr id="5" name="Date Placeholder 4">
            <a:extLst>
              <a:ext uri="{FF2B5EF4-FFF2-40B4-BE49-F238E27FC236}">
                <a16:creationId xmlns:a16="http://schemas.microsoft.com/office/drawing/2014/main" id="{25F98ED5-B6D9-5D92-C55E-CE5BCF526D21}"/>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E885CF5B-9E79-E83D-B84D-90CC8CE7C479}"/>
              </a:ext>
            </a:extLst>
          </p:cNvPr>
          <p:cNvSpPr>
            <a:spLocks noGrp="1"/>
          </p:cNvSpPr>
          <p:nvPr>
            <p:ph type="ftr" sz="quarter" idx="11"/>
          </p:nvPr>
        </p:nvSpPr>
        <p:spPr/>
        <p:txBody>
          <a:bodyPr/>
          <a:lstStyle/>
          <a:p>
            <a:r>
              <a:rPr lang="en-US" dirty="0"/>
              <a:t>Robotics &amp; edge AI – introduction to robotics</a:t>
            </a:r>
          </a:p>
        </p:txBody>
      </p:sp>
      <p:pic>
        <p:nvPicPr>
          <p:cNvPr id="8" name="Picture 3">
            <a:extLst>
              <a:ext uri="{FF2B5EF4-FFF2-40B4-BE49-F238E27FC236}">
                <a16:creationId xmlns:a16="http://schemas.microsoft.com/office/drawing/2014/main" id="{97C4A87A-629E-EAE9-BF3B-E684A4197D6A}"/>
              </a:ext>
            </a:extLst>
          </p:cNvPr>
          <p:cNvPicPr>
            <a:picLocks noChangeAspect="1"/>
          </p:cNvPicPr>
          <p:nvPr/>
        </p:nvPicPr>
        <p:blipFill>
          <a:blip r:embed="rId3"/>
          <a:stretch>
            <a:fillRect/>
          </a:stretch>
        </p:blipFill>
        <p:spPr>
          <a:xfrm>
            <a:off x="9988850" y="2351314"/>
            <a:ext cx="8299150" cy="5603034"/>
          </a:xfrm>
          <a:prstGeom prst="rect">
            <a:avLst/>
          </a:prstGeom>
        </p:spPr>
      </p:pic>
    </p:spTree>
    <p:extLst>
      <p:ext uri="{BB962C8B-B14F-4D97-AF65-F5344CB8AC3E}">
        <p14:creationId xmlns:p14="http://schemas.microsoft.com/office/powerpoint/2010/main" val="3016880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AA65A-52A6-1620-972F-C6C1274CCB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686F6C-A788-C311-BBEA-B096E5590949}"/>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en-US" b="1" dirty="0"/>
              <a:t>External</a:t>
            </a:r>
            <a:r>
              <a:rPr lang="en-US" dirty="0"/>
              <a:t> or redundant axes/joints (7-n)</a:t>
            </a:r>
          </a:p>
          <a:p>
            <a:pPr marL="1257300" lvl="1" indent="-571500">
              <a:buFont typeface="Arial" panose="020B0604020202020204" pitchFamily="34" charset="0"/>
              <a:buChar char="•"/>
            </a:pPr>
            <a:r>
              <a:rPr lang="en-US" dirty="0">
                <a:sym typeface="Wingdings" panose="05000000000000000000" pitchFamily="2" charset="2"/>
              </a:rPr>
              <a:t>Avoid singular or unwanted joint angles</a:t>
            </a:r>
          </a:p>
          <a:p>
            <a:pPr marL="1257300" lvl="1" indent="-571500">
              <a:buFont typeface="Arial" panose="020B0604020202020204" pitchFamily="34" charset="0"/>
              <a:buChar char="•"/>
            </a:pPr>
            <a:r>
              <a:rPr lang="en-US" dirty="0">
                <a:sym typeface="Wingdings" panose="05000000000000000000" pitchFamily="2" charset="2"/>
              </a:rPr>
              <a:t>Expand work volume</a:t>
            </a:r>
          </a:p>
          <a:p>
            <a:pPr marL="1828800" lvl="2" indent="-457200">
              <a:buFont typeface="Arial" panose="020B0604020202020204" pitchFamily="34" charset="0"/>
              <a:buChar char="•"/>
            </a:pPr>
            <a:endParaRPr lang="en-US" dirty="0">
              <a:sym typeface="Wingdings" panose="05000000000000000000" pitchFamily="2" charset="2"/>
            </a:endParaRPr>
          </a:p>
        </p:txBody>
      </p:sp>
      <p:sp>
        <p:nvSpPr>
          <p:cNvPr id="3" name="Slide Number Placeholder 2">
            <a:extLst>
              <a:ext uri="{FF2B5EF4-FFF2-40B4-BE49-F238E27FC236}">
                <a16:creationId xmlns:a16="http://schemas.microsoft.com/office/drawing/2014/main" id="{2EC7F1EB-FBBE-519E-A3D2-28F6AC2DEE2F}"/>
              </a:ext>
            </a:extLst>
          </p:cNvPr>
          <p:cNvSpPr>
            <a:spLocks noGrp="1"/>
          </p:cNvSpPr>
          <p:nvPr>
            <p:ph type="sldNum" sz="quarter" idx="12"/>
          </p:nvPr>
        </p:nvSpPr>
        <p:spPr/>
        <p:txBody>
          <a:bodyPr/>
          <a:lstStyle/>
          <a:p>
            <a:fld id="{B7527A74-2D87-4307-9531-5A57D9647EEB}" type="slidenum">
              <a:rPr lang="nl-BE" smtClean="0"/>
              <a:pPr/>
              <a:t>12</a:t>
            </a:fld>
            <a:endParaRPr lang="nl-BE"/>
          </a:p>
        </p:txBody>
      </p:sp>
      <p:sp>
        <p:nvSpPr>
          <p:cNvPr id="4" name="Title 3">
            <a:extLst>
              <a:ext uri="{FF2B5EF4-FFF2-40B4-BE49-F238E27FC236}">
                <a16:creationId xmlns:a16="http://schemas.microsoft.com/office/drawing/2014/main" id="{40F4DF7F-6F61-A027-835B-8405168FE211}"/>
              </a:ext>
            </a:extLst>
          </p:cNvPr>
          <p:cNvSpPr>
            <a:spLocks noGrp="1"/>
          </p:cNvSpPr>
          <p:nvPr>
            <p:ph type="title"/>
          </p:nvPr>
        </p:nvSpPr>
        <p:spPr/>
        <p:txBody>
          <a:bodyPr/>
          <a:lstStyle/>
          <a:p>
            <a:r>
              <a:rPr lang="en-US" dirty="0"/>
              <a:t>Joint types</a:t>
            </a:r>
          </a:p>
        </p:txBody>
      </p:sp>
      <p:sp>
        <p:nvSpPr>
          <p:cNvPr id="5" name="Date Placeholder 4">
            <a:extLst>
              <a:ext uri="{FF2B5EF4-FFF2-40B4-BE49-F238E27FC236}">
                <a16:creationId xmlns:a16="http://schemas.microsoft.com/office/drawing/2014/main" id="{43780B3E-FB0B-E586-7CE5-50DB5583E175}"/>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335E4120-1EE1-3A49-F169-72DED1154405}"/>
              </a:ext>
            </a:extLst>
          </p:cNvPr>
          <p:cNvSpPr>
            <a:spLocks noGrp="1"/>
          </p:cNvSpPr>
          <p:nvPr>
            <p:ph type="ftr" sz="quarter" idx="11"/>
          </p:nvPr>
        </p:nvSpPr>
        <p:spPr/>
        <p:txBody>
          <a:bodyPr/>
          <a:lstStyle/>
          <a:p>
            <a:r>
              <a:rPr lang="en-US" dirty="0"/>
              <a:t>Robotics &amp; edge AI – introduction to robotics</a:t>
            </a:r>
          </a:p>
        </p:txBody>
      </p:sp>
      <p:pic>
        <p:nvPicPr>
          <p:cNvPr id="9" name="28TMNqw0nlo">
            <a:extLst>
              <a:ext uri="{FF2B5EF4-FFF2-40B4-BE49-F238E27FC236}">
                <a16:creationId xmlns:a16="http://schemas.microsoft.com/office/drawing/2014/main" id="{7B966D57-A58D-D2DF-EB9D-D9E2E5ABEE43}"/>
              </a:ext>
            </a:extLst>
          </p:cNvPr>
          <p:cNvPicPr>
            <a:picLocks noRot="1" noChangeAspect="1"/>
          </p:cNvPicPr>
          <p:nvPr>
            <a:videoFile r:link="rId1"/>
          </p:nvPr>
        </p:nvPicPr>
        <p:blipFill>
          <a:blip r:embed="rId4"/>
          <a:stretch>
            <a:fillRect/>
          </a:stretch>
        </p:blipFill>
        <p:spPr>
          <a:xfrm>
            <a:off x="7436587" y="3518172"/>
            <a:ext cx="9852721" cy="5542156"/>
          </a:xfrm>
          <a:prstGeom prst="rect">
            <a:avLst/>
          </a:prstGeom>
        </p:spPr>
      </p:pic>
    </p:spTree>
    <p:extLst>
      <p:ext uri="{BB962C8B-B14F-4D97-AF65-F5344CB8AC3E}">
        <p14:creationId xmlns:p14="http://schemas.microsoft.com/office/powerpoint/2010/main" val="3942572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52343-E423-547B-8840-1313706AF66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E81FD1A-0F9E-B38D-C6BA-6C8ACD25632B}"/>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en-US" dirty="0"/>
              <a:t>Definition:</a:t>
            </a:r>
            <a:endParaRPr lang="en-BE" dirty="0"/>
          </a:p>
          <a:p>
            <a:pPr lvl="1"/>
            <a:r>
              <a:rPr lang="en-US" dirty="0"/>
              <a:t>“Collaborative </a:t>
            </a:r>
            <a:r>
              <a:rPr lang="en-US" b="1" dirty="0"/>
              <a:t>industrial </a:t>
            </a:r>
            <a:r>
              <a:rPr lang="en-US" dirty="0"/>
              <a:t>robots are complex machines which work </a:t>
            </a:r>
            <a:r>
              <a:rPr lang="en-US" b="1" dirty="0"/>
              <a:t>hand in hand with human </a:t>
            </a:r>
            <a:r>
              <a:rPr lang="en-US" dirty="0"/>
              <a:t>beings. In a </a:t>
            </a:r>
            <a:r>
              <a:rPr lang="en-US" b="1" dirty="0"/>
              <a:t>shared workspace</a:t>
            </a:r>
            <a:r>
              <a:rPr lang="en-US" dirty="0"/>
              <a:t>, they support and relieve the human operator.” </a:t>
            </a:r>
          </a:p>
          <a:p>
            <a:pPr marL="571500" indent="-571500">
              <a:buFont typeface="Arial" panose="020B0604020202020204" pitchFamily="34" charset="0"/>
              <a:buChar char="•"/>
            </a:pPr>
            <a:r>
              <a:rPr lang="en-US" dirty="0"/>
              <a:t>Industrial “cage-free” robot</a:t>
            </a:r>
          </a:p>
          <a:p>
            <a:pPr marL="571500" indent="-571500">
              <a:buFont typeface="Arial" panose="020B0604020202020204" pitchFamily="34" charset="0"/>
              <a:buChar char="•"/>
            </a:pPr>
            <a:endParaRPr lang="en-BE" dirty="0"/>
          </a:p>
        </p:txBody>
      </p:sp>
      <p:sp>
        <p:nvSpPr>
          <p:cNvPr id="3" name="Slide Number Placeholder 2">
            <a:extLst>
              <a:ext uri="{FF2B5EF4-FFF2-40B4-BE49-F238E27FC236}">
                <a16:creationId xmlns:a16="http://schemas.microsoft.com/office/drawing/2014/main" id="{67225E97-454F-167E-53E3-6EE3ED2D5395}"/>
              </a:ext>
            </a:extLst>
          </p:cNvPr>
          <p:cNvSpPr>
            <a:spLocks noGrp="1"/>
          </p:cNvSpPr>
          <p:nvPr>
            <p:ph type="sldNum" sz="quarter" idx="12"/>
          </p:nvPr>
        </p:nvSpPr>
        <p:spPr/>
        <p:txBody>
          <a:bodyPr/>
          <a:lstStyle/>
          <a:p>
            <a:fld id="{B7527A74-2D87-4307-9531-5A57D9647EEB}" type="slidenum">
              <a:rPr lang="nl-BE" smtClean="0"/>
              <a:pPr/>
              <a:t>13</a:t>
            </a:fld>
            <a:endParaRPr lang="nl-BE"/>
          </a:p>
        </p:txBody>
      </p:sp>
      <p:sp>
        <p:nvSpPr>
          <p:cNvPr id="4" name="Title 3">
            <a:extLst>
              <a:ext uri="{FF2B5EF4-FFF2-40B4-BE49-F238E27FC236}">
                <a16:creationId xmlns:a16="http://schemas.microsoft.com/office/drawing/2014/main" id="{E52CB2CF-DF04-B214-547D-3BF834F9F719}"/>
              </a:ext>
            </a:extLst>
          </p:cNvPr>
          <p:cNvSpPr>
            <a:spLocks noGrp="1"/>
          </p:cNvSpPr>
          <p:nvPr>
            <p:ph type="title"/>
          </p:nvPr>
        </p:nvSpPr>
        <p:spPr/>
        <p:txBody>
          <a:bodyPr/>
          <a:lstStyle/>
          <a:p>
            <a:r>
              <a:rPr lang="en-US" dirty="0"/>
              <a:t>What is a </a:t>
            </a:r>
            <a:r>
              <a:rPr lang="en-US" dirty="0" err="1"/>
              <a:t>cobot</a:t>
            </a:r>
            <a:r>
              <a:rPr lang="en-US" dirty="0"/>
              <a:t>?</a:t>
            </a:r>
          </a:p>
        </p:txBody>
      </p:sp>
      <p:sp>
        <p:nvSpPr>
          <p:cNvPr id="5" name="Date Placeholder 4">
            <a:extLst>
              <a:ext uri="{FF2B5EF4-FFF2-40B4-BE49-F238E27FC236}">
                <a16:creationId xmlns:a16="http://schemas.microsoft.com/office/drawing/2014/main" id="{EA52F825-F49E-BA1A-A664-6F18B5B888D5}"/>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BBF54123-9117-F7F8-C0C0-1C356D39687A}"/>
              </a:ext>
            </a:extLst>
          </p:cNvPr>
          <p:cNvSpPr>
            <a:spLocks noGrp="1"/>
          </p:cNvSpPr>
          <p:nvPr>
            <p:ph type="ftr" sz="quarter" idx="11"/>
          </p:nvPr>
        </p:nvSpPr>
        <p:spPr/>
        <p:txBody>
          <a:bodyPr/>
          <a:lstStyle/>
          <a:p>
            <a:r>
              <a:rPr lang="en-US" dirty="0"/>
              <a:t>Robotics &amp; edge AI – introduction to robotics</a:t>
            </a:r>
          </a:p>
        </p:txBody>
      </p:sp>
      <p:pic>
        <p:nvPicPr>
          <p:cNvPr id="8" name="Picture 4">
            <a:extLst>
              <a:ext uri="{FF2B5EF4-FFF2-40B4-BE49-F238E27FC236}">
                <a16:creationId xmlns:a16="http://schemas.microsoft.com/office/drawing/2014/main" id="{DDE10F59-79EC-E843-449A-78942997B340}"/>
              </a:ext>
            </a:extLst>
          </p:cNvPr>
          <p:cNvPicPr>
            <a:picLocks noChangeAspect="1"/>
          </p:cNvPicPr>
          <p:nvPr/>
        </p:nvPicPr>
        <p:blipFill>
          <a:blip r:embed="rId3"/>
          <a:stretch>
            <a:fillRect/>
          </a:stretch>
        </p:blipFill>
        <p:spPr>
          <a:xfrm>
            <a:off x="0" y="6655226"/>
            <a:ext cx="2422208" cy="3631774"/>
          </a:xfrm>
          <a:prstGeom prst="rect">
            <a:avLst/>
          </a:prstGeom>
        </p:spPr>
      </p:pic>
      <p:pic>
        <p:nvPicPr>
          <p:cNvPr id="9" name="Picture 6">
            <a:extLst>
              <a:ext uri="{FF2B5EF4-FFF2-40B4-BE49-F238E27FC236}">
                <a16:creationId xmlns:a16="http://schemas.microsoft.com/office/drawing/2014/main" id="{E7DFF319-5581-773E-F7A3-118068EB2CDB}"/>
              </a:ext>
            </a:extLst>
          </p:cNvPr>
          <p:cNvPicPr>
            <a:picLocks noChangeAspect="1"/>
          </p:cNvPicPr>
          <p:nvPr/>
        </p:nvPicPr>
        <p:blipFill>
          <a:blip r:embed="rId4"/>
          <a:stretch>
            <a:fillRect/>
          </a:stretch>
        </p:blipFill>
        <p:spPr>
          <a:xfrm>
            <a:off x="2264917" y="6840769"/>
            <a:ext cx="2285117" cy="3446231"/>
          </a:xfrm>
          <a:prstGeom prst="rect">
            <a:avLst/>
          </a:prstGeom>
        </p:spPr>
      </p:pic>
      <p:pic>
        <p:nvPicPr>
          <p:cNvPr id="10" name="Picture 8">
            <a:extLst>
              <a:ext uri="{FF2B5EF4-FFF2-40B4-BE49-F238E27FC236}">
                <a16:creationId xmlns:a16="http://schemas.microsoft.com/office/drawing/2014/main" id="{1211A887-6EAC-EFBF-F565-317E010AF619}"/>
              </a:ext>
            </a:extLst>
          </p:cNvPr>
          <p:cNvPicPr>
            <a:picLocks noChangeAspect="1"/>
          </p:cNvPicPr>
          <p:nvPr/>
        </p:nvPicPr>
        <p:blipFill>
          <a:blip r:embed="rId5"/>
          <a:stretch>
            <a:fillRect/>
          </a:stretch>
        </p:blipFill>
        <p:spPr>
          <a:xfrm>
            <a:off x="4528600" y="7373086"/>
            <a:ext cx="2767022" cy="2770812"/>
          </a:xfrm>
          <a:prstGeom prst="rect">
            <a:avLst/>
          </a:prstGeom>
        </p:spPr>
      </p:pic>
      <p:pic>
        <p:nvPicPr>
          <p:cNvPr id="12" name="Picture 12">
            <a:extLst>
              <a:ext uri="{FF2B5EF4-FFF2-40B4-BE49-F238E27FC236}">
                <a16:creationId xmlns:a16="http://schemas.microsoft.com/office/drawing/2014/main" id="{B7359436-6086-E37F-7508-DEB6335A7B80}"/>
              </a:ext>
            </a:extLst>
          </p:cNvPr>
          <p:cNvPicPr>
            <a:picLocks noChangeAspect="1"/>
          </p:cNvPicPr>
          <p:nvPr/>
        </p:nvPicPr>
        <p:blipFill>
          <a:blip r:embed="rId6"/>
          <a:stretch>
            <a:fillRect/>
          </a:stretch>
        </p:blipFill>
        <p:spPr>
          <a:xfrm>
            <a:off x="7148087" y="6934975"/>
            <a:ext cx="2981806" cy="3002953"/>
          </a:xfrm>
          <a:prstGeom prst="rect">
            <a:avLst/>
          </a:prstGeom>
        </p:spPr>
      </p:pic>
      <p:pic>
        <p:nvPicPr>
          <p:cNvPr id="13" name="Picture 14">
            <a:extLst>
              <a:ext uri="{FF2B5EF4-FFF2-40B4-BE49-F238E27FC236}">
                <a16:creationId xmlns:a16="http://schemas.microsoft.com/office/drawing/2014/main" id="{15843E3E-8D95-691F-BCE1-C7E475D5234E}"/>
              </a:ext>
            </a:extLst>
          </p:cNvPr>
          <p:cNvPicPr>
            <a:picLocks noChangeAspect="1"/>
          </p:cNvPicPr>
          <p:nvPr/>
        </p:nvPicPr>
        <p:blipFill>
          <a:blip r:embed="rId7"/>
          <a:stretch>
            <a:fillRect/>
          </a:stretch>
        </p:blipFill>
        <p:spPr>
          <a:xfrm>
            <a:off x="10088583" y="6541012"/>
            <a:ext cx="2624430" cy="3512720"/>
          </a:xfrm>
          <a:prstGeom prst="rect">
            <a:avLst/>
          </a:prstGeom>
        </p:spPr>
      </p:pic>
      <p:pic>
        <p:nvPicPr>
          <p:cNvPr id="14" name="Picture 16">
            <a:extLst>
              <a:ext uri="{FF2B5EF4-FFF2-40B4-BE49-F238E27FC236}">
                <a16:creationId xmlns:a16="http://schemas.microsoft.com/office/drawing/2014/main" id="{0A346153-33DD-F5F0-6010-25661AA61E9B}"/>
              </a:ext>
            </a:extLst>
          </p:cNvPr>
          <p:cNvPicPr>
            <a:picLocks noChangeAspect="1"/>
          </p:cNvPicPr>
          <p:nvPr/>
        </p:nvPicPr>
        <p:blipFill>
          <a:blip r:embed="rId8"/>
          <a:stretch>
            <a:fillRect/>
          </a:stretch>
        </p:blipFill>
        <p:spPr>
          <a:xfrm>
            <a:off x="12685607" y="6541012"/>
            <a:ext cx="3171336" cy="3672902"/>
          </a:xfrm>
          <a:prstGeom prst="rect">
            <a:avLst/>
          </a:prstGeom>
        </p:spPr>
      </p:pic>
    </p:spTree>
    <p:extLst>
      <p:ext uri="{BB962C8B-B14F-4D97-AF65-F5344CB8AC3E}">
        <p14:creationId xmlns:p14="http://schemas.microsoft.com/office/powerpoint/2010/main" val="3675752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19B46-AFD5-F658-E722-73DD4B8A3C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13012CA-4598-3CE5-2568-C3EA5F4D0E4A}"/>
              </a:ext>
            </a:extLst>
          </p:cNvPr>
          <p:cNvSpPr>
            <a:spLocks noGrp="1"/>
          </p:cNvSpPr>
          <p:nvPr>
            <p:ph type="body" sz="quarter" idx="17"/>
          </p:nvPr>
        </p:nvSpPr>
        <p:spPr>
          <a:xfrm>
            <a:off x="998692" y="1850548"/>
            <a:ext cx="14830845" cy="6103800"/>
          </a:xfrm>
        </p:spPr>
        <p:txBody>
          <a:bodyPr/>
          <a:lstStyle/>
          <a:p>
            <a:pPr marL="571500" indent="-571500">
              <a:buFont typeface="Arial" panose="020B0604020202020204" pitchFamily="34" charset="0"/>
              <a:buChar char="•"/>
            </a:pPr>
            <a:r>
              <a:rPr lang="en-US" dirty="0"/>
              <a:t>Human-friendly control and integration</a:t>
            </a:r>
          </a:p>
          <a:p>
            <a:pPr marL="1257300" lvl="1" indent="-571500">
              <a:buFont typeface="Arial" panose="020B0604020202020204" pitchFamily="34" charset="0"/>
              <a:buChar char="•"/>
            </a:pPr>
            <a:r>
              <a:rPr lang="en-US" dirty="0"/>
              <a:t>Low code/no code programming</a:t>
            </a:r>
          </a:p>
          <a:p>
            <a:pPr marL="1257300" lvl="1" indent="-571500">
              <a:buFont typeface="Arial" panose="020B0604020202020204" pitchFamily="34" charset="0"/>
              <a:buChar char="•"/>
            </a:pPr>
            <a:r>
              <a:rPr lang="en-US" dirty="0"/>
              <a:t>Teaching mode</a:t>
            </a:r>
          </a:p>
          <a:p>
            <a:pPr marL="1257300" lvl="1" indent="-571500">
              <a:buFont typeface="Arial" panose="020B0604020202020204" pitchFamily="34" charset="0"/>
              <a:buChar char="•"/>
            </a:pPr>
            <a:r>
              <a:rPr lang="en-US" dirty="0"/>
              <a:t>User-friendly UI in teach pendant</a:t>
            </a:r>
          </a:p>
          <a:p>
            <a:pPr marL="1257300" lvl="1" indent="-571500">
              <a:buFont typeface="Arial" panose="020B0604020202020204" pitchFamily="34" charset="0"/>
              <a:buChar char="•"/>
            </a:pPr>
            <a:r>
              <a:rPr lang="en-US" dirty="0"/>
              <a:t>Plug-and-play integration with tools, end effectors, safety scanners…</a:t>
            </a:r>
          </a:p>
          <a:p>
            <a:pPr marL="1828800" lvl="2" indent="-457200">
              <a:buFont typeface="Arial" panose="020B0604020202020204" pitchFamily="34" charset="0"/>
              <a:buChar char="•"/>
            </a:pPr>
            <a:r>
              <a:rPr lang="en-US" dirty="0"/>
              <a:t>E.g. </a:t>
            </a:r>
            <a:r>
              <a:rPr lang="en-US" dirty="0" err="1"/>
              <a:t>onrobot</a:t>
            </a:r>
            <a:r>
              <a:rPr lang="en-US" dirty="0"/>
              <a:t> end effectors</a:t>
            </a:r>
          </a:p>
          <a:p>
            <a:pPr marL="1257300" lvl="1" indent="-571500">
              <a:buFont typeface="Arial" panose="020B0604020202020204" pitchFamily="34" charset="0"/>
              <a:buChar char="•"/>
            </a:pPr>
            <a:endParaRPr lang="en-BE" dirty="0"/>
          </a:p>
        </p:txBody>
      </p:sp>
      <p:sp>
        <p:nvSpPr>
          <p:cNvPr id="3" name="Slide Number Placeholder 2">
            <a:extLst>
              <a:ext uri="{FF2B5EF4-FFF2-40B4-BE49-F238E27FC236}">
                <a16:creationId xmlns:a16="http://schemas.microsoft.com/office/drawing/2014/main" id="{ECEBBA0D-045E-D68B-F7DE-1985B9EEDB68}"/>
              </a:ext>
            </a:extLst>
          </p:cNvPr>
          <p:cNvSpPr>
            <a:spLocks noGrp="1"/>
          </p:cNvSpPr>
          <p:nvPr>
            <p:ph type="sldNum" sz="quarter" idx="12"/>
          </p:nvPr>
        </p:nvSpPr>
        <p:spPr/>
        <p:txBody>
          <a:bodyPr/>
          <a:lstStyle/>
          <a:p>
            <a:fld id="{B7527A74-2D87-4307-9531-5A57D9647EEB}" type="slidenum">
              <a:rPr lang="nl-BE" smtClean="0"/>
              <a:pPr/>
              <a:t>14</a:t>
            </a:fld>
            <a:endParaRPr lang="nl-BE"/>
          </a:p>
        </p:txBody>
      </p:sp>
      <p:sp>
        <p:nvSpPr>
          <p:cNvPr id="4" name="Title 3">
            <a:extLst>
              <a:ext uri="{FF2B5EF4-FFF2-40B4-BE49-F238E27FC236}">
                <a16:creationId xmlns:a16="http://schemas.microsoft.com/office/drawing/2014/main" id="{8F22A38E-E53F-B1EA-D817-C1BA2E6B00CE}"/>
              </a:ext>
            </a:extLst>
          </p:cNvPr>
          <p:cNvSpPr>
            <a:spLocks noGrp="1"/>
          </p:cNvSpPr>
          <p:nvPr>
            <p:ph type="title"/>
          </p:nvPr>
        </p:nvSpPr>
        <p:spPr/>
        <p:txBody>
          <a:bodyPr/>
          <a:lstStyle/>
          <a:p>
            <a:r>
              <a:rPr lang="en-US" dirty="0" err="1"/>
              <a:t>Cobot</a:t>
            </a:r>
            <a:r>
              <a:rPr lang="en-US" dirty="0"/>
              <a:t> technical design</a:t>
            </a:r>
          </a:p>
        </p:txBody>
      </p:sp>
      <p:sp>
        <p:nvSpPr>
          <p:cNvPr id="5" name="Date Placeholder 4">
            <a:extLst>
              <a:ext uri="{FF2B5EF4-FFF2-40B4-BE49-F238E27FC236}">
                <a16:creationId xmlns:a16="http://schemas.microsoft.com/office/drawing/2014/main" id="{20BB4BBD-3842-083E-837F-19AD89C9C973}"/>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99244C2A-CC44-9504-AF4D-B7E03251F8B4}"/>
              </a:ext>
            </a:extLst>
          </p:cNvPr>
          <p:cNvSpPr>
            <a:spLocks noGrp="1"/>
          </p:cNvSpPr>
          <p:nvPr>
            <p:ph type="ftr" sz="quarter" idx="11"/>
          </p:nvPr>
        </p:nvSpPr>
        <p:spPr/>
        <p:txBody>
          <a:bodyPr/>
          <a:lstStyle/>
          <a:p>
            <a:r>
              <a:rPr lang="en-US" dirty="0"/>
              <a:t>Robotics &amp; edge AI – introduction to robotics</a:t>
            </a:r>
          </a:p>
        </p:txBody>
      </p:sp>
      <p:pic>
        <p:nvPicPr>
          <p:cNvPr id="7" name="Picture 4" descr="A close-up of a machine&#10;&#10;AI-generated content may be incorrect.">
            <a:extLst>
              <a:ext uri="{FF2B5EF4-FFF2-40B4-BE49-F238E27FC236}">
                <a16:creationId xmlns:a16="http://schemas.microsoft.com/office/drawing/2014/main" id="{E373D3F2-9CD5-1B0C-C311-0B134BE24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01500" y="5301455"/>
            <a:ext cx="6286500" cy="4552950"/>
          </a:xfrm>
          <a:prstGeom prst="rect">
            <a:avLst/>
          </a:prstGeom>
        </p:spPr>
      </p:pic>
    </p:spTree>
    <p:extLst>
      <p:ext uri="{BB962C8B-B14F-4D97-AF65-F5344CB8AC3E}">
        <p14:creationId xmlns:p14="http://schemas.microsoft.com/office/powerpoint/2010/main" val="341645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E4463-7443-F71B-13FD-E2FDFE104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B6C77-4333-566A-418F-E3E319410E17}"/>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FEBA5332-A474-22E7-BE24-4DDB7F9CE0DD}"/>
              </a:ext>
            </a:extLst>
          </p:cNvPr>
          <p:cNvSpPr>
            <a:spLocks noGrp="1"/>
          </p:cNvSpPr>
          <p:nvPr>
            <p:ph type="subTitle" idx="1"/>
          </p:nvPr>
        </p:nvSpPr>
        <p:spPr/>
        <p:txBody>
          <a:bodyPr/>
          <a:lstStyle/>
          <a:p>
            <a:r>
              <a:rPr lang="en-GB" dirty="0"/>
              <a:t>Introduction robotics</a:t>
            </a:r>
          </a:p>
          <a:p>
            <a:r>
              <a:rPr b="1" dirty="0"/>
              <a:t>What is ROS?</a:t>
            </a:r>
          </a:p>
          <a:p>
            <a:r>
              <a:rPr dirty="0"/>
              <a:t>Setting up: WSL, VS Code and ROS 2 Jazzy</a:t>
            </a:r>
          </a:p>
          <a:p>
            <a:r>
              <a:rPr dirty="0"/>
              <a:t>First steps: prebuilt nodes, CLI and </a:t>
            </a:r>
            <a:r>
              <a:rPr dirty="0" err="1"/>
              <a:t>rqt</a:t>
            </a:r>
            <a:endParaRPr dirty="0"/>
          </a:p>
          <a:p>
            <a:r>
              <a:rPr dirty="0"/>
              <a:t>Workspaces and packages</a:t>
            </a:r>
          </a:p>
          <a:p>
            <a:r>
              <a:rPr dirty="0"/>
              <a:t>Writing our own nodes</a:t>
            </a:r>
          </a:p>
        </p:txBody>
      </p:sp>
    </p:spTree>
    <p:extLst>
      <p:ext uri="{BB962C8B-B14F-4D97-AF65-F5344CB8AC3E}">
        <p14:creationId xmlns:p14="http://schemas.microsoft.com/office/powerpoint/2010/main" val="3337504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480D-D068-38C5-E910-0FDF7A27ADE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499F52-F96A-7DD0-6BAC-474CD61BFFD4}"/>
              </a:ext>
            </a:extLst>
          </p:cNvPr>
          <p:cNvSpPr>
            <a:spLocks noGrp="1"/>
          </p:cNvSpPr>
          <p:nvPr>
            <p:ph type="body" sz="quarter" idx="17"/>
          </p:nvPr>
        </p:nvSpPr>
        <p:spPr>
          <a:xfrm>
            <a:off x="998692" y="1850548"/>
            <a:ext cx="14830845" cy="6103800"/>
          </a:xfrm>
        </p:spPr>
        <p:txBody>
          <a:bodyPr/>
          <a:lstStyle/>
          <a:p>
            <a:pPr marL="571500" indent="-571500" algn="l">
              <a:spcAft>
                <a:spcPts val="600"/>
              </a:spcAft>
              <a:buClr>
                <a:srgbClr val="000000"/>
              </a:buClr>
              <a:buFont typeface="Arial"/>
              <a:buChar char="•"/>
            </a:pPr>
            <a:r>
              <a:rPr b="1"/>
              <a:t>ROS</a:t>
            </a:r>
            <a:r>
              <a:t>: Robot Operating System – open-source </a:t>
            </a:r>
            <a:r>
              <a:rPr i="1"/>
              <a:t>middleware</a:t>
            </a:r>
            <a:r>
              <a:t> for robots (not a real operating system)</a:t>
            </a:r>
          </a:p>
          <a:p>
            <a:pPr marL="571500" indent="-571500" algn="l">
              <a:spcAft>
                <a:spcPts val="600"/>
              </a:spcAft>
              <a:buClr>
                <a:srgbClr val="000000"/>
              </a:buClr>
              <a:buFont typeface="Arial"/>
              <a:buChar char="•"/>
            </a:pPr>
            <a:r>
              <a:t>ROS handles the communication between sensors, actuators, cameras, algorithms, …</a:t>
            </a:r>
          </a:p>
          <a:p>
            <a:pPr marL="571500" indent="-571500" algn="l">
              <a:spcAft>
                <a:spcPts val="600"/>
              </a:spcAft>
              <a:buClr>
                <a:srgbClr val="000000"/>
              </a:buClr>
              <a:buFont typeface="Arial"/>
              <a:buChar char="•"/>
            </a:pPr>
            <a:r>
              <a:t>A robot running ROS consists of </a:t>
            </a:r>
            <a:r>
              <a:rPr i="1"/>
              <a:t>nodes</a:t>
            </a:r>
            <a:r>
              <a:t> that each do 1 specific thing (control a motor, process laser data, read a camera, …)</a:t>
            </a:r>
          </a:p>
          <a:p>
            <a:pPr marL="571500" indent="-571500" algn="l">
              <a:spcAft>
                <a:spcPts val="600"/>
              </a:spcAft>
              <a:buClr>
                <a:srgbClr val="000000"/>
              </a:buClr>
              <a:buFont typeface="Arial"/>
              <a:buChar char="•"/>
            </a:pPr>
            <a:r>
              <a:rPr i="1"/>
              <a:t>Nodes</a:t>
            </a:r>
            <a:r>
              <a:t> can be </a:t>
            </a:r>
            <a:r>
              <a:rPr i="1"/>
              <a:t>publishers</a:t>
            </a:r>
            <a:r>
              <a:t> or </a:t>
            </a:r>
            <a:r>
              <a:rPr i="1"/>
              <a:t>subscribers</a:t>
            </a:r>
            <a:r>
              <a:t> of a </a:t>
            </a:r>
            <a:r>
              <a:rPr i="1"/>
              <a:t>topic</a:t>
            </a:r>
            <a:r>
              <a:t> (no response)</a:t>
            </a:r>
          </a:p>
          <a:p>
            <a:pPr marL="571500" indent="-571500" algn="l">
              <a:spcAft>
                <a:spcPts val="600"/>
              </a:spcAft>
              <a:buClr>
                <a:srgbClr val="000000"/>
              </a:buClr>
              <a:buFont typeface="Arial"/>
              <a:buChar char="•"/>
            </a:pPr>
            <a:r>
              <a:rPr i="1"/>
              <a:t>Nodes</a:t>
            </a:r>
            <a:r>
              <a:t> can also communicate with </a:t>
            </a:r>
            <a:r>
              <a:rPr i="1"/>
              <a:t>services</a:t>
            </a:r>
            <a:r>
              <a:t> (request + response)</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16</a:t>
            </a:fld>
            <a:endParaRPr lang="nl-BE"/>
          </a:p>
        </p:txBody>
      </p:sp>
      <p:sp>
        <p:nvSpPr>
          <p:cNvPr id="4" name="Title 3">
            <a:extLst>
              <a:ext uri="{FF2B5EF4-FFF2-40B4-BE49-F238E27FC236}">
                <a16:creationId xmlns:a16="http://schemas.microsoft.com/office/drawing/2014/main" id="{78847E5D-FDD3-C617-AC38-092781333A9A}"/>
              </a:ext>
            </a:extLst>
          </p:cNvPr>
          <p:cNvSpPr>
            <a:spLocks noGrp="1"/>
          </p:cNvSpPr>
          <p:nvPr>
            <p:ph type="title"/>
          </p:nvPr>
        </p:nvSpPr>
        <p:spPr/>
        <p:txBody>
          <a:bodyPr/>
          <a:lstStyle/>
          <a:p>
            <a:r>
              <a:rPr lang="en-US" dirty="0"/>
              <a:t>What is ROS?</a:t>
            </a:r>
          </a:p>
        </p:txBody>
      </p:sp>
      <p:sp>
        <p:nvSpPr>
          <p:cNvPr id="5"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pic>
        <p:nvPicPr>
          <p:cNvPr id="31746" name="Picture 2" descr="ROBOT OPERATING SYSTEM (ROS) – Tknika">
            <a:extLst>
              <a:ext uri="{FF2B5EF4-FFF2-40B4-BE49-F238E27FC236}">
                <a16:creationId xmlns:a16="http://schemas.microsoft.com/office/drawing/2014/main" id="{6A2BE850-1054-808E-F517-955DD230FC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0240" y="6812280"/>
            <a:ext cx="3383280" cy="2322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082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03AB-DD36-4A47-A4EB-FF93B3F104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10200EA-54F5-30D8-8B3D-A41A19FBACA8}"/>
              </a:ext>
            </a:extLst>
          </p:cNvPr>
          <p:cNvSpPr>
            <a:spLocks noGrp="1"/>
          </p:cNvSpPr>
          <p:nvPr>
            <p:ph type="body" sz="quarter" idx="17"/>
          </p:nvPr>
        </p:nvSpPr>
        <p:spPr>
          <a:xfrm>
            <a:off x="996696" y="1828800"/>
            <a:ext cx="9144000" cy="4114800"/>
          </a:xfrm>
        </p:spPr>
        <p:txBody>
          <a:bodyPr/>
          <a:lstStyle/>
          <a:p>
            <a:pPr marL="571500" indent="-571500" algn="l">
              <a:spcAft>
                <a:spcPts val="600"/>
              </a:spcAft>
              <a:buClr>
                <a:srgbClr val="000000"/>
              </a:buClr>
              <a:buFont typeface="Arial"/>
              <a:buChar char="•"/>
            </a:pPr>
            <a:r>
              <a:rPr sz="2800"/>
              <a:t>Ready-made modules for motor control, mapping, navigation, AI, …</a:t>
            </a:r>
          </a:p>
          <a:p>
            <a:pPr marL="571500" indent="-571500" algn="l">
              <a:spcAft>
                <a:spcPts val="600"/>
              </a:spcAft>
              <a:buClr>
                <a:srgbClr val="000000"/>
              </a:buClr>
              <a:buFont typeface="Arial"/>
              <a:buChar char="•"/>
            </a:pPr>
            <a:r>
              <a:rPr sz="2800"/>
              <a:t>Open source, huge community</a:t>
            </a:r>
          </a:p>
          <a:p>
            <a:pPr marL="571500" indent="-571500" algn="l">
              <a:spcAft>
                <a:spcPts val="600"/>
              </a:spcAft>
              <a:buClr>
                <a:srgbClr val="000000"/>
              </a:buClr>
              <a:buFont typeface="Arial"/>
              <a:buChar char="•"/>
            </a:pPr>
            <a:r>
              <a:rPr sz="2800"/>
              <a:t>Python and C++</a:t>
            </a:r>
          </a:p>
          <a:p>
            <a:pPr marL="571500" indent="-571500" algn="l">
              <a:spcAft>
                <a:spcPts val="600"/>
              </a:spcAft>
              <a:buClr>
                <a:srgbClr val="000000"/>
              </a:buClr>
              <a:buFont typeface="Arial"/>
              <a:buChar char="•"/>
            </a:pPr>
            <a:r>
              <a:rPr sz="2800"/>
              <a:t>Simulators: Gazebo and Webots</a:t>
            </a:r>
          </a:p>
          <a:p>
            <a:pPr marL="571500" indent="-571500" algn="l">
              <a:spcAft>
                <a:spcPts val="600"/>
              </a:spcAft>
              <a:buClr>
                <a:srgbClr val="000000"/>
              </a:buClr>
              <a:buFont typeface="Arial"/>
              <a:buChar char="•"/>
            </a:pPr>
            <a:r>
              <a:rPr sz="2800"/>
              <a:t>Visualization: </a:t>
            </a:r>
            <a:r>
              <a:rPr sz="2800" b="1"/>
              <a:t>RViz</a:t>
            </a:r>
            <a:r>
              <a:rPr sz="2800"/>
              <a:t> – shows sensor data (lidar scans, camera images, TF frames) and the robot model</a:t>
            </a:r>
          </a:p>
        </p:txBody>
      </p:sp>
      <p:sp>
        <p:nvSpPr>
          <p:cNvPr id="3" name="Slide Number Placeholder 2">
            <a:extLst>
              <a:ext uri="{FF2B5EF4-FFF2-40B4-BE49-F238E27FC236}">
                <a16:creationId xmlns:a16="http://schemas.microsoft.com/office/drawing/2014/main" id="{0E7C7D6B-EE93-367B-D4C2-5E99CEC10951}"/>
              </a:ext>
            </a:extLst>
          </p:cNvPr>
          <p:cNvSpPr>
            <a:spLocks noGrp="1"/>
          </p:cNvSpPr>
          <p:nvPr>
            <p:ph type="sldNum" sz="quarter" idx="12"/>
          </p:nvPr>
        </p:nvSpPr>
        <p:spPr/>
        <p:txBody>
          <a:bodyPr/>
          <a:lstStyle/>
          <a:p>
            <a:fld id="{B7527A74-2D87-4307-9531-5A57D9647EEB}" type="slidenum">
              <a:rPr lang="nl-BE" smtClean="0"/>
              <a:pPr/>
              <a:t>17</a:t>
            </a:fld>
            <a:endParaRPr lang="nl-BE"/>
          </a:p>
        </p:txBody>
      </p:sp>
      <p:sp>
        <p:nvSpPr>
          <p:cNvPr id="4" name="Title 3">
            <a:extLst>
              <a:ext uri="{FF2B5EF4-FFF2-40B4-BE49-F238E27FC236}">
                <a16:creationId xmlns:a16="http://schemas.microsoft.com/office/drawing/2014/main" id="{699450B1-FEE6-1D38-A3B2-4AB012CC2441}"/>
              </a:ext>
            </a:extLst>
          </p:cNvPr>
          <p:cNvSpPr>
            <a:spLocks noGrp="1"/>
          </p:cNvSpPr>
          <p:nvPr>
            <p:ph type="title"/>
          </p:nvPr>
        </p:nvSpPr>
        <p:spPr/>
        <p:txBody>
          <a:bodyPr/>
          <a:lstStyle/>
          <a:p>
            <a:r>
              <a:rPr lang="en-US" dirty="0"/>
              <a:t>Why use ROS?</a:t>
            </a:r>
          </a:p>
        </p:txBody>
      </p:sp>
      <p:sp>
        <p:nvSpPr>
          <p:cNvPr id="5" name="Date Placeholder 4">
            <a:extLst>
              <a:ext uri="{FF2B5EF4-FFF2-40B4-BE49-F238E27FC236}">
                <a16:creationId xmlns:a16="http://schemas.microsoft.com/office/drawing/2014/main" id="{58A5E03B-BA30-FE75-765D-435B79CF079C}"/>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892DA30A-BE6B-A84C-325F-1E68B9EB552A}"/>
              </a:ext>
            </a:extLst>
          </p:cNvPr>
          <p:cNvSpPr>
            <a:spLocks noGrp="1"/>
          </p:cNvSpPr>
          <p:nvPr>
            <p:ph type="ftr" sz="quarter" idx="11"/>
          </p:nvPr>
        </p:nvSpPr>
        <p:spPr/>
        <p:txBody>
          <a:bodyPr/>
          <a:lstStyle/>
          <a:p>
            <a:r>
              <a:rPr lang="en-US" dirty="0"/>
              <a:t>Robotics &amp; edge AI – Introduction to ROS 2</a:t>
            </a:r>
          </a:p>
        </p:txBody>
      </p:sp>
      <p:pic>
        <p:nvPicPr>
          <p:cNvPr id="65538" name="Picture 2" descr="New ROS Online Course - Gazebo Sim with ROS2 - Learn from scratch -  Training &amp; Education - Open Robotics Discourse">
            <a:extLst>
              <a:ext uri="{FF2B5EF4-FFF2-40B4-BE49-F238E27FC236}">
                <a16:creationId xmlns:a16="http://schemas.microsoft.com/office/drawing/2014/main" id="{B37B2AF7-EAC2-AA7E-863D-2BDBDB3214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696" y="6172200"/>
            <a:ext cx="4735285" cy="2651760"/>
          </a:xfrm>
          <a:prstGeom prst="rect">
            <a:avLst/>
          </a:prstGeom>
          <a:noFill/>
          <a:extLst>
            <a:ext uri="{909E8E84-426E-40DD-AFC4-6F175D3DCCD1}">
              <a14:hiddenFill xmlns:a14="http://schemas.microsoft.com/office/drawing/2010/main">
                <a:solidFill>
                  <a:srgbClr val="FFFFFF"/>
                </a:solidFill>
              </a14:hiddenFill>
            </a:ext>
          </a:extLst>
        </p:spPr>
      </p:pic>
      <p:pic>
        <p:nvPicPr>
          <p:cNvPr id="65540" name="Picture 4" descr="Gazebo Vehicles | PX4 Guide (main)">
            <a:extLst>
              <a:ext uri="{FF2B5EF4-FFF2-40B4-BE49-F238E27FC236}">
                <a16:creationId xmlns:a16="http://schemas.microsoft.com/office/drawing/2014/main" id="{129DB11D-E4E3-D5C9-D4E3-243895E470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7741" y="6080760"/>
            <a:ext cx="2932822" cy="2743200"/>
          </a:xfrm>
          <a:prstGeom prst="rect">
            <a:avLst/>
          </a:prstGeom>
          <a:noFill/>
          <a:extLst>
            <a:ext uri="{909E8E84-426E-40DD-AFC4-6F175D3DCCD1}">
              <a14:hiddenFill xmlns:a14="http://schemas.microsoft.com/office/drawing/2010/main">
                <a:solidFill>
                  <a:srgbClr val="FFFFFF"/>
                </a:solidFill>
              </a14:hiddenFill>
            </a:ext>
          </a:extLst>
        </p:spPr>
      </p:pic>
      <p:pic>
        <p:nvPicPr>
          <p:cNvPr id="65542" name="Picture 6" descr="RVIZ node panel for human-robot visual interface on ROS ecosystem |  Download Scientific Diagram">
            <a:extLst>
              <a:ext uri="{FF2B5EF4-FFF2-40B4-BE49-F238E27FC236}">
                <a16:creationId xmlns:a16="http://schemas.microsoft.com/office/drawing/2014/main" id="{073DD887-34BB-257F-1713-ED98280C6F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5600" y="2743200"/>
            <a:ext cx="7599617" cy="3995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264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ROS 2 distributions</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18</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16294608" cy="731520"/>
          </a:xfrm>
          <a:prstGeom prst="rect">
            <a:avLst/>
          </a:prstGeom>
          <a:noFill/>
        </p:spPr>
        <p:txBody>
          <a:bodyPr wrap="square" lIns="0" tIns="0" rIns="0" bIns="0" anchor="t">
            <a:noAutofit/>
          </a:bodyPr>
          <a:lstStyle/>
          <a:p>
            <a:pPr marL="0" indent="0" algn="l">
              <a:spcAft>
                <a:spcPts val="600"/>
              </a:spcAft>
              <a:buNone/>
            </a:pPr>
            <a:r>
              <a:rPr sz="2600">
                <a:solidFill>
                  <a:srgbClr val="000000"/>
                </a:solidFill>
              </a:rPr>
              <a:t>Every May a new ROS 2 version (a </a:t>
            </a:r>
            <a:r>
              <a:rPr sz="2600" i="1">
                <a:solidFill>
                  <a:srgbClr val="000000"/>
                </a:solidFill>
              </a:rPr>
              <a:t>distribution</a:t>
            </a:r>
            <a:r>
              <a:rPr sz="2600">
                <a:solidFill>
                  <a:srgbClr val="000000"/>
                </a:solidFill>
              </a:rPr>
              <a:t>) is released, each built for </a:t>
            </a:r>
            <a:r>
              <a:rPr sz="2600" b="1">
                <a:solidFill>
                  <a:srgbClr val="000000"/>
                </a:solidFill>
              </a:rPr>
              <a:t>one</a:t>
            </a:r>
            <a:r>
              <a:rPr sz="2600">
                <a:solidFill>
                  <a:srgbClr val="000000"/>
                </a:solidFill>
              </a:rPr>
              <a:t> Ubuntu version:</a:t>
            </a:r>
          </a:p>
        </p:txBody>
      </p:sp>
      <p:graphicFrame>
        <p:nvGraphicFramePr>
          <p:cNvPr id="7" name="Distributions"/>
          <p:cNvGraphicFramePr>
            <a:graphicFrameLocks noGrp="1"/>
          </p:cNvGraphicFramePr>
          <p:nvPr/>
        </p:nvGraphicFramePr>
        <p:xfrm>
          <a:off x="996696" y="2697480"/>
          <a:ext cx="16294608" cy="2834640"/>
        </p:xfrm>
        <a:graphic>
          <a:graphicData uri="http://schemas.openxmlformats.org/drawingml/2006/table">
            <a:tbl>
              <a:tblPr firstRow="1">
                <a:tableStyleId>{5C22544A-7EE6-4342-B048-85BDC9FD1C3A}</a:tableStyleId>
              </a:tblPr>
              <a:tblGrid>
                <a:gridCol w="4206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gridCol w="4224528">
                  <a:extLst>
                    <a:ext uri="{9D8B030D-6E8A-4147-A177-3AD203B41FA5}">
                      <a16:colId xmlns:a16="http://schemas.microsoft.com/office/drawing/2014/main" val="20004"/>
                    </a:ext>
                  </a:extLst>
                </a:gridCol>
              </a:tblGrid>
              <a:tr h="566928">
                <a:tc>
                  <a:txBody>
                    <a:bodyPr/>
                    <a:lstStyle/>
                    <a:p>
                      <a:r>
                        <a:rPr sz="2200" b="1">
                          <a:solidFill>
                            <a:srgbClr val="000000"/>
                          </a:solidFill>
                        </a:rPr>
                        <a:t>Distribution</a:t>
                      </a:r>
                    </a:p>
                  </a:txBody>
                  <a:tcPr marL="182880" anchor="ctr">
                    <a:solidFill>
                      <a:srgbClr val="44C8F5"/>
                    </a:solidFill>
                  </a:tcPr>
                </a:tc>
                <a:tc>
                  <a:txBody>
                    <a:bodyPr/>
                    <a:lstStyle/>
                    <a:p>
                      <a:r>
                        <a:rPr sz="2200" b="1">
                          <a:solidFill>
                            <a:srgbClr val="000000"/>
                          </a:solidFill>
                        </a:rPr>
                        <a:t>Released</a:t>
                      </a:r>
                    </a:p>
                  </a:txBody>
                  <a:tcPr marL="182880" anchor="ctr">
                    <a:solidFill>
                      <a:srgbClr val="44C8F5"/>
                    </a:solidFill>
                  </a:tcPr>
                </a:tc>
                <a:tc>
                  <a:txBody>
                    <a:bodyPr/>
                    <a:lstStyle/>
                    <a:p>
                      <a:r>
                        <a:rPr sz="2200" b="1">
                          <a:solidFill>
                            <a:srgbClr val="000000"/>
                          </a:solidFill>
                        </a:rPr>
                        <a:t>Ubuntu</a:t>
                      </a:r>
                    </a:p>
                  </a:txBody>
                  <a:tcPr marL="182880" anchor="ctr">
                    <a:solidFill>
                      <a:srgbClr val="44C8F5"/>
                    </a:solidFill>
                  </a:tcPr>
                </a:tc>
                <a:tc>
                  <a:txBody>
                    <a:bodyPr/>
                    <a:lstStyle/>
                    <a:p>
                      <a:r>
                        <a:rPr sz="2200" b="1">
                          <a:solidFill>
                            <a:srgbClr val="000000"/>
                          </a:solidFill>
                        </a:rPr>
                        <a:t>Supported until</a:t>
                      </a:r>
                    </a:p>
                  </a:txBody>
                  <a:tcPr marL="182880" anchor="ctr">
                    <a:solidFill>
                      <a:srgbClr val="44C8F5"/>
                    </a:solidFill>
                  </a:tcPr>
                </a:tc>
                <a:tc>
                  <a:txBody>
                    <a:bodyPr/>
                    <a:lstStyle/>
                    <a:p>
                      <a:r>
                        <a:rPr sz="2200" b="1">
                          <a:solidFill>
                            <a:srgbClr val="000000"/>
                          </a:solidFill>
                        </a:rPr>
                        <a:t>Type</a:t>
                      </a:r>
                    </a:p>
                  </a:txBody>
                  <a:tcPr marL="182880" anchor="ctr">
                    <a:solidFill>
                      <a:srgbClr val="44C8F5"/>
                    </a:solidFill>
                  </a:tcPr>
                </a:tc>
                <a:extLst>
                  <a:ext uri="{0D108BD9-81ED-4DB2-BD59-A6C34878D82A}">
                    <a16:rowId xmlns:a16="http://schemas.microsoft.com/office/drawing/2014/main" val="10000"/>
                  </a:ext>
                </a:extLst>
              </a:tr>
              <a:tr h="566928">
                <a:tc>
                  <a:txBody>
                    <a:bodyPr/>
                    <a:lstStyle/>
                    <a:p>
                      <a:r>
                        <a:rPr sz="2200">
                          <a:solidFill>
                            <a:srgbClr val="000000"/>
                          </a:solidFill>
                        </a:rPr>
                        <a:t>Humble Hawksbill</a:t>
                      </a:r>
                    </a:p>
                  </a:txBody>
                  <a:tcPr marL="182880" anchor="ctr">
                    <a:solidFill>
                      <a:srgbClr val="FFFFFF"/>
                    </a:solidFill>
                  </a:tcPr>
                </a:tc>
                <a:tc>
                  <a:txBody>
                    <a:bodyPr/>
                    <a:lstStyle/>
                    <a:p>
                      <a:r>
                        <a:rPr sz="2200">
                          <a:solidFill>
                            <a:srgbClr val="000000"/>
                          </a:solidFill>
                        </a:rPr>
                        <a:t>May 2022</a:t>
                      </a:r>
                    </a:p>
                  </a:txBody>
                  <a:tcPr marL="182880" anchor="ctr">
                    <a:solidFill>
                      <a:srgbClr val="FFFFFF"/>
                    </a:solidFill>
                  </a:tcPr>
                </a:tc>
                <a:tc>
                  <a:txBody>
                    <a:bodyPr/>
                    <a:lstStyle/>
                    <a:p>
                      <a:r>
                        <a:rPr sz="2200">
                          <a:solidFill>
                            <a:srgbClr val="000000"/>
                          </a:solidFill>
                        </a:rPr>
                        <a:t>22.04</a:t>
                      </a:r>
                    </a:p>
                  </a:txBody>
                  <a:tcPr marL="182880" anchor="ctr">
                    <a:solidFill>
                      <a:srgbClr val="FFFFFF"/>
                    </a:solidFill>
                  </a:tcPr>
                </a:tc>
                <a:tc>
                  <a:txBody>
                    <a:bodyPr/>
                    <a:lstStyle/>
                    <a:p>
                      <a:r>
                        <a:rPr sz="2200">
                          <a:solidFill>
                            <a:srgbClr val="000000"/>
                          </a:solidFill>
                        </a:rPr>
                        <a:t>May 2027</a:t>
                      </a:r>
                    </a:p>
                  </a:txBody>
                  <a:tcPr marL="182880" anchor="ctr">
                    <a:solidFill>
                      <a:srgbClr val="FFFFFF"/>
                    </a:solidFill>
                  </a:tcPr>
                </a:tc>
                <a:tc>
                  <a:txBody>
                    <a:bodyPr/>
                    <a:lstStyle/>
                    <a:p>
                      <a:r>
                        <a:rPr sz="2200">
                          <a:solidFill>
                            <a:srgbClr val="000000"/>
                          </a:solidFill>
                        </a:rPr>
                        <a:t>LTS</a:t>
                      </a:r>
                    </a:p>
                  </a:txBody>
                  <a:tcPr marL="182880" anchor="ctr">
                    <a:solidFill>
                      <a:srgbClr val="FFFFFF"/>
                    </a:solidFill>
                  </a:tcPr>
                </a:tc>
                <a:extLst>
                  <a:ext uri="{0D108BD9-81ED-4DB2-BD59-A6C34878D82A}">
                    <a16:rowId xmlns:a16="http://schemas.microsoft.com/office/drawing/2014/main" val="10001"/>
                  </a:ext>
                </a:extLst>
              </a:tr>
              <a:tr h="566928">
                <a:tc>
                  <a:txBody>
                    <a:bodyPr/>
                    <a:lstStyle/>
                    <a:p>
                      <a:r>
                        <a:rPr sz="2200" b="1">
                          <a:solidFill>
                            <a:srgbClr val="000000"/>
                          </a:solidFill>
                        </a:rPr>
                        <a:t>Jazzy Jalisco</a:t>
                      </a:r>
                    </a:p>
                  </a:txBody>
                  <a:tcPr marL="182880" anchor="ctr">
                    <a:solidFill>
                      <a:srgbClr val="E3F6FD"/>
                    </a:solidFill>
                  </a:tcPr>
                </a:tc>
                <a:tc>
                  <a:txBody>
                    <a:bodyPr/>
                    <a:lstStyle/>
                    <a:p>
                      <a:r>
                        <a:rPr sz="2200" b="1">
                          <a:solidFill>
                            <a:srgbClr val="000000"/>
                          </a:solidFill>
                        </a:rPr>
                        <a:t>May 2024</a:t>
                      </a:r>
                    </a:p>
                  </a:txBody>
                  <a:tcPr marL="182880" anchor="ctr">
                    <a:solidFill>
                      <a:srgbClr val="E3F6FD"/>
                    </a:solidFill>
                  </a:tcPr>
                </a:tc>
                <a:tc>
                  <a:txBody>
                    <a:bodyPr/>
                    <a:lstStyle/>
                    <a:p>
                      <a:r>
                        <a:rPr sz="2200" b="1">
                          <a:solidFill>
                            <a:srgbClr val="000000"/>
                          </a:solidFill>
                        </a:rPr>
                        <a:t>24.04</a:t>
                      </a:r>
                    </a:p>
                  </a:txBody>
                  <a:tcPr marL="182880" anchor="ctr">
                    <a:solidFill>
                      <a:srgbClr val="E3F6FD"/>
                    </a:solidFill>
                  </a:tcPr>
                </a:tc>
                <a:tc>
                  <a:txBody>
                    <a:bodyPr/>
                    <a:lstStyle/>
                    <a:p>
                      <a:r>
                        <a:rPr sz="2200" b="1">
                          <a:solidFill>
                            <a:srgbClr val="000000"/>
                          </a:solidFill>
                        </a:rPr>
                        <a:t>May 2029</a:t>
                      </a:r>
                    </a:p>
                  </a:txBody>
                  <a:tcPr marL="182880" anchor="ctr">
                    <a:solidFill>
                      <a:srgbClr val="E3F6FD"/>
                    </a:solidFill>
                  </a:tcPr>
                </a:tc>
                <a:tc>
                  <a:txBody>
                    <a:bodyPr/>
                    <a:lstStyle/>
                    <a:p>
                      <a:r>
                        <a:rPr sz="2200" b="1">
                          <a:solidFill>
                            <a:srgbClr val="000000"/>
                          </a:solidFill>
                        </a:rPr>
                        <a:t>LTS  ← we use this one</a:t>
                      </a:r>
                    </a:p>
                  </a:txBody>
                  <a:tcPr marL="182880" anchor="ctr">
                    <a:solidFill>
                      <a:srgbClr val="E3F6FD"/>
                    </a:solidFill>
                  </a:tcPr>
                </a:tc>
                <a:extLst>
                  <a:ext uri="{0D108BD9-81ED-4DB2-BD59-A6C34878D82A}">
                    <a16:rowId xmlns:a16="http://schemas.microsoft.com/office/drawing/2014/main" val="10002"/>
                  </a:ext>
                </a:extLst>
              </a:tr>
              <a:tr h="566928">
                <a:tc>
                  <a:txBody>
                    <a:bodyPr/>
                    <a:lstStyle/>
                    <a:p>
                      <a:r>
                        <a:rPr sz="2200">
                          <a:solidFill>
                            <a:srgbClr val="000000"/>
                          </a:solidFill>
                        </a:rPr>
                        <a:t>Kilted Kaiju</a:t>
                      </a:r>
                    </a:p>
                  </a:txBody>
                  <a:tcPr marL="182880" anchor="ctr">
                    <a:solidFill>
                      <a:srgbClr val="FFFFFF"/>
                    </a:solidFill>
                  </a:tcPr>
                </a:tc>
                <a:tc>
                  <a:txBody>
                    <a:bodyPr/>
                    <a:lstStyle/>
                    <a:p>
                      <a:r>
                        <a:rPr sz="2200">
                          <a:solidFill>
                            <a:srgbClr val="000000"/>
                          </a:solidFill>
                        </a:rPr>
                        <a:t>May 2025</a:t>
                      </a:r>
                    </a:p>
                  </a:txBody>
                  <a:tcPr marL="182880" anchor="ctr">
                    <a:solidFill>
                      <a:srgbClr val="FFFFFF"/>
                    </a:solidFill>
                  </a:tcPr>
                </a:tc>
                <a:tc>
                  <a:txBody>
                    <a:bodyPr/>
                    <a:lstStyle/>
                    <a:p>
                      <a:r>
                        <a:rPr sz="2200">
                          <a:solidFill>
                            <a:srgbClr val="000000"/>
                          </a:solidFill>
                        </a:rPr>
                        <a:t>24.04</a:t>
                      </a:r>
                    </a:p>
                  </a:txBody>
                  <a:tcPr marL="182880" anchor="ctr">
                    <a:solidFill>
                      <a:srgbClr val="FFFFFF"/>
                    </a:solidFill>
                  </a:tcPr>
                </a:tc>
                <a:tc>
                  <a:txBody>
                    <a:bodyPr/>
                    <a:lstStyle/>
                    <a:p>
                      <a:r>
                        <a:rPr sz="2200">
                          <a:solidFill>
                            <a:srgbClr val="000000"/>
                          </a:solidFill>
                        </a:rPr>
                        <a:t>Nov 2026</a:t>
                      </a:r>
                    </a:p>
                  </a:txBody>
                  <a:tcPr marL="182880" anchor="ctr">
                    <a:solidFill>
                      <a:srgbClr val="FFFFFF"/>
                    </a:solidFill>
                  </a:tcPr>
                </a:tc>
                <a:tc>
                  <a:txBody>
                    <a:bodyPr/>
                    <a:lstStyle/>
                    <a:p>
                      <a:r>
                        <a:rPr sz="2200">
                          <a:solidFill>
                            <a:srgbClr val="000000"/>
                          </a:solidFill>
                        </a:rPr>
                        <a:t>Short-term</a:t>
                      </a:r>
                    </a:p>
                  </a:txBody>
                  <a:tcPr marL="182880" anchor="ctr">
                    <a:solidFill>
                      <a:srgbClr val="FFFFFF"/>
                    </a:solidFill>
                  </a:tcPr>
                </a:tc>
                <a:extLst>
                  <a:ext uri="{0D108BD9-81ED-4DB2-BD59-A6C34878D82A}">
                    <a16:rowId xmlns:a16="http://schemas.microsoft.com/office/drawing/2014/main" val="10003"/>
                  </a:ext>
                </a:extLst>
              </a:tr>
              <a:tr h="566928">
                <a:tc>
                  <a:txBody>
                    <a:bodyPr/>
                    <a:lstStyle/>
                    <a:p>
                      <a:r>
                        <a:rPr sz="2200">
                          <a:solidFill>
                            <a:srgbClr val="000000"/>
                          </a:solidFill>
                        </a:rPr>
                        <a:t>Lyrical Luth</a:t>
                      </a:r>
                    </a:p>
                  </a:txBody>
                  <a:tcPr marL="182880" anchor="ctr">
                    <a:solidFill>
                      <a:srgbClr val="FFFFFF"/>
                    </a:solidFill>
                  </a:tcPr>
                </a:tc>
                <a:tc>
                  <a:txBody>
                    <a:bodyPr/>
                    <a:lstStyle/>
                    <a:p>
                      <a:r>
                        <a:rPr sz="2200">
                          <a:solidFill>
                            <a:srgbClr val="000000"/>
                          </a:solidFill>
                        </a:rPr>
                        <a:t>May 2026</a:t>
                      </a:r>
                    </a:p>
                  </a:txBody>
                  <a:tcPr marL="182880" anchor="ctr">
                    <a:solidFill>
                      <a:srgbClr val="FFFFFF"/>
                    </a:solidFill>
                  </a:tcPr>
                </a:tc>
                <a:tc>
                  <a:txBody>
                    <a:bodyPr/>
                    <a:lstStyle/>
                    <a:p>
                      <a:r>
                        <a:rPr sz="2200">
                          <a:solidFill>
                            <a:srgbClr val="000000"/>
                          </a:solidFill>
                        </a:rPr>
                        <a:t>26.04</a:t>
                      </a:r>
                    </a:p>
                  </a:txBody>
                  <a:tcPr marL="182880" anchor="ctr">
                    <a:solidFill>
                      <a:srgbClr val="FFFFFF"/>
                    </a:solidFill>
                  </a:tcPr>
                </a:tc>
                <a:tc>
                  <a:txBody>
                    <a:bodyPr/>
                    <a:lstStyle/>
                    <a:p>
                      <a:r>
                        <a:rPr sz="2200">
                          <a:solidFill>
                            <a:srgbClr val="000000"/>
                          </a:solidFill>
                        </a:rPr>
                        <a:t>May 2031</a:t>
                      </a:r>
                    </a:p>
                  </a:txBody>
                  <a:tcPr marL="182880" anchor="ctr">
                    <a:solidFill>
                      <a:srgbClr val="FFFFFF"/>
                    </a:solidFill>
                  </a:tcPr>
                </a:tc>
                <a:tc>
                  <a:txBody>
                    <a:bodyPr/>
                    <a:lstStyle/>
                    <a:p>
                      <a:r>
                        <a:rPr sz="2200" dirty="0">
                          <a:solidFill>
                            <a:srgbClr val="000000"/>
                          </a:solidFill>
                        </a:rPr>
                        <a:t>LTS</a:t>
                      </a:r>
                    </a:p>
                  </a:txBody>
                  <a:tcPr marL="182880"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996696" y="5943600"/>
            <a:ext cx="16294608" cy="2834640"/>
          </a:xfrm>
          <a:prstGeom prst="rect">
            <a:avLst/>
          </a:prstGeom>
          <a:noFill/>
        </p:spPr>
        <p:txBody>
          <a:bodyPr wrap="square" lIns="0" tIns="0" rIns="0" bIns="0" anchor="t">
            <a:noAutofit/>
          </a:bodyPr>
          <a:lstStyle/>
          <a:p>
            <a:pPr marL="571500" indent="-571500" algn="l">
              <a:spcAft>
                <a:spcPts val="600"/>
              </a:spcAft>
              <a:buClr>
                <a:srgbClr val="000000"/>
              </a:buClr>
              <a:buFont typeface="Arial"/>
              <a:buChar char="•"/>
            </a:pPr>
            <a:r>
              <a:rPr sz="2400">
                <a:solidFill>
                  <a:srgbClr val="000000"/>
                </a:solidFill>
              </a:rPr>
              <a:t>We use </a:t>
            </a:r>
            <a:r>
              <a:rPr sz="2400" b="1">
                <a:solidFill>
                  <a:srgbClr val="000000"/>
                </a:solidFill>
              </a:rPr>
              <a:t>Jazzy Jalisco</a:t>
            </a:r>
            <a:r>
              <a:rPr sz="2400">
                <a:solidFill>
                  <a:srgbClr val="000000"/>
                </a:solidFill>
              </a:rPr>
              <a:t>: long-term support (LTS) until 2029, on Ubuntu 24.04</a:t>
            </a:r>
          </a:p>
          <a:p>
            <a:pPr marL="571500" indent="-571500" algn="l">
              <a:spcAft>
                <a:spcPts val="600"/>
              </a:spcAft>
              <a:buClr>
                <a:srgbClr val="000000"/>
              </a:buClr>
              <a:buFont typeface="Arial"/>
              <a:buChar char="•"/>
            </a:pPr>
            <a:r>
              <a:rPr sz="2400">
                <a:solidFill>
                  <a:srgbClr val="000000"/>
                </a:solidFill>
              </a:rPr>
              <a:t>The distro is part of many names: </a:t>
            </a:r>
            <a:r>
              <a:rPr sz="2400">
                <a:solidFill>
                  <a:srgbClr val="B0006A"/>
                </a:solidFill>
                <a:latin typeface="Consolas"/>
              </a:rPr>
              <a:t>ros-jazzy-desktop</a:t>
            </a:r>
            <a:r>
              <a:rPr sz="2400">
                <a:solidFill>
                  <a:srgbClr val="000000"/>
                </a:solidFill>
              </a:rPr>
              <a:t>, </a:t>
            </a:r>
            <a:r>
              <a:rPr sz="2400">
                <a:solidFill>
                  <a:srgbClr val="B0006A"/>
                </a:solidFill>
                <a:latin typeface="Consolas"/>
              </a:rPr>
              <a:t>/opt/ros/jazzy</a:t>
            </a:r>
            <a:r>
              <a:rPr sz="2400">
                <a:solidFill>
                  <a:srgbClr val="000000"/>
                </a:solidFill>
              </a:rPr>
              <a:t>, docs.ros.org/en/</a:t>
            </a:r>
            <a:r>
              <a:rPr sz="2400" b="1">
                <a:solidFill>
                  <a:srgbClr val="000000"/>
                </a:solidFill>
              </a:rPr>
              <a:t>jazzy</a:t>
            </a:r>
            <a:r>
              <a:rPr sz="2400">
                <a:solidFill>
                  <a:srgbClr val="000000"/>
                </a:solidFill>
              </a:rPr>
              <a:t>/…</a:t>
            </a:r>
          </a:p>
          <a:p>
            <a:pPr marL="571500" indent="-571500" algn="l">
              <a:spcAft>
                <a:spcPts val="600"/>
              </a:spcAft>
              <a:buClr>
                <a:srgbClr val="000000"/>
              </a:buClr>
              <a:buFont typeface="Arial"/>
              <a:buChar char="•"/>
            </a:pPr>
            <a:r>
              <a:rPr sz="2400">
                <a:solidFill>
                  <a:srgbClr val="000000"/>
                </a:solidFill>
              </a:rPr>
              <a:t>Tutorials, forums and robots often use another distro (foxy, humble, …): always check which 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8843-7458-44B7-AD9B-41AF853E8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9F742-92D9-C3F7-7CB7-52368F9594FC}"/>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F3756502-1B96-D2F4-989B-E7F6607DC637}"/>
              </a:ext>
            </a:extLst>
          </p:cNvPr>
          <p:cNvSpPr>
            <a:spLocks noGrp="1"/>
          </p:cNvSpPr>
          <p:nvPr>
            <p:ph type="subTitle" idx="1"/>
          </p:nvPr>
        </p:nvSpPr>
        <p:spPr/>
        <p:txBody>
          <a:bodyPr/>
          <a:lstStyle/>
          <a:p>
            <a:r>
              <a:rPr lang="en-GB" dirty="0"/>
              <a:t>Introduction robotics</a:t>
            </a:r>
          </a:p>
          <a:p>
            <a:r>
              <a:rPr dirty="0"/>
              <a:t>What is ROS?</a:t>
            </a:r>
          </a:p>
          <a:p>
            <a:r>
              <a:rPr b="1" dirty="0"/>
              <a:t>Setting up: WSL, VS Code and ROS 2 Jazzy</a:t>
            </a:r>
          </a:p>
          <a:p>
            <a:r>
              <a:rPr dirty="0"/>
              <a:t>First steps: prebuilt nodes, CLI and </a:t>
            </a:r>
            <a:r>
              <a:rPr dirty="0" err="1"/>
              <a:t>rqt</a:t>
            </a:r>
            <a:endParaRPr dirty="0"/>
          </a:p>
          <a:p>
            <a:r>
              <a:rPr dirty="0"/>
              <a:t>Workspaces and packages</a:t>
            </a:r>
          </a:p>
          <a:p>
            <a:r>
              <a:rPr dirty="0"/>
              <a:t>Writing our own nodes</a:t>
            </a:r>
          </a:p>
        </p:txBody>
      </p:sp>
    </p:spTree>
    <p:extLst>
      <p:ext uri="{BB962C8B-B14F-4D97-AF65-F5344CB8AC3E}">
        <p14:creationId xmlns:p14="http://schemas.microsoft.com/office/powerpoint/2010/main" val="401823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Our setup</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20</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8503920" cy="7040880"/>
          </a:xfrm>
          <a:prstGeom prst="rect">
            <a:avLst/>
          </a:prstGeom>
          <a:noFill/>
        </p:spPr>
        <p:txBody>
          <a:bodyPr wrap="square" lIns="0" tIns="0" rIns="0" bIns="0" anchor="t">
            <a:noAutofit/>
          </a:bodyPr>
          <a:lstStyle/>
          <a:p>
            <a:pPr marL="571500" indent="-571500" algn="l">
              <a:spcAft>
                <a:spcPts val="1400"/>
              </a:spcAft>
              <a:buClr>
                <a:srgbClr val="000000"/>
              </a:buClr>
              <a:buFont typeface="Arial"/>
              <a:buChar char="•"/>
            </a:pPr>
            <a:r>
              <a:rPr sz="2800" b="1" dirty="0">
                <a:solidFill>
                  <a:srgbClr val="000000"/>
                </a:solidFill>
              </a:rPr>
              <a:t>WSL 2</a:t>
            </a:r>
            <a:r>
              <a:rPr sz="2800" dirty="0">
                <a:solidFill>
                  <a:srgbClr val="000000"/>
                </a:solidFill>
              </a:rPr>
              <a:t> (Windows Subsystem for Linux): a real Ubuntu Linux running inside Windows</a:t>
            </a:r>
          </a:p>
          <a:p>
            <a:pPr marL="571500" indent="-571500" algn="l">
              <a:spcAft>
                <a:spcPts val="1400"/>
              </a:spcAft>
              <a:buClr>
                <a:srgbClr val="000000"/>
              </a:buClr>
              <a:buFont typeface="Arial"/>
              <a:buChar char="•"/>
            </a:pPr>
            <a:r>
              <a:rPr sz="2800" b="1" dirty="0">
                <a:solidFill>
                  <a:srgbClr val="000000"/>
                </a:solidFill>
              </a:rPr>
              <a:t>VS Code</a:t>
            </a:r>
            <a:r>
              <a:rPr sz="2800" dirty="0">
                <a:solidFill>
                  <a:srgbClr val="000000"/>
                </a:solidFill>
              </a:rPr>
              <a:t> runs on Windows, but its terminal, files and extensions run </a:t>
            </a:r>
            <a:r>
              <a:rPr sz="2800" i="1" dirty="0">
                <a:solidFill>
                  <a:srgbClr val="000000"/>
                </a:solidFill>
              </a:rPr>
              <a:t>inside</a:t>
            </a:r>
            <a:r>
              <a:rPr sz="2800" dirty="0">
                <a:solidFill>
                  <a:srgbClr val="000000"/>
                </a:solidFill>
              </a:rPr>
              <a:t> Ubuntu</a:t>
            </a:r>
          </a:p>
          <a:p>
            <a:pPr marL="571500" indent="-571500" algn="l">
              <a:spcAft>
                <a:spcPts val="1400"/>
              </a:spcAft>
              <a:buClr>
                <a:srgbClr val="000000"/>
              </a:buClr>
              <a:buFont typeface="Arial"/>
              <a:buChar char="•"/>
            </a:pPr>
            <a:r>
              <a:rPr sz="2800" b="1" dirty="0">
                <a:solidFill>
                  <a:srgbClr val="000000"/>
                </a:solidFill>
              </a:rPr>
              <a:t>ROS 2 Jazzy</a:t>
            </a:r>
            <a:r>
              <a:rPr sz="2800" dirty="0">
                <a:solidFill>
                  <a:srgbClr val="000000"/>
                </a:solidFill>
              </a:rPr>
              <a:t> is installed in Ubuntu; your code lives in </a:t>
            </a:r>
            <a:r>
              <a:rPr sz="2800" dirty="0">
                <a:solidFill>
                  <a:srgbClr val="B0006A"/>
                </a:solidFill>
                <a:latin typeface="Consolas"/>
              </a:rPr>
              <a:t>~/ros2_ws</a:t>
            </a:r>
          </a:p>
          <a:p>
            <a:pPr marL="571500" indent="-571500" algn="l">
              <a:spcAft>
                <a:spcPts val="1400"/>
              </a:spcAft>
              <a:buClr>
                <a:srgbClr val="000000"/>
              </a:buClr>
              <a:buFont typeface="Arial"/>
              <a:buChar char="•"/>
            </a:pPr>
            <a:r>
              <a:rPr sz="2800" dirty="0">
                <a:solidFill>
                  <a:srgbClr val="000000"/>
                </a:solidFill>
              </a:rPr>
              <a:t>Later, </a:t>
            </a:r>
            <a:r>
              <a:rPr sz="2800" b="1" dirty="0" err="1">
                <a:solidFill>
                  <a:srgbClr val="000000"/>
                </a:solidFill>
              </a:rPr>
              <a:t>Webots</a:t>
            </a:r>
            <a:r>
              <a:rPr sz="2800" dirty="0">
                <a:solidFill>
                  <a:srgbClr val="000000"/>
                </a:solidFill>
              </a:rPr>
              <a:t> (on Windows) and the </a:t>
            </a:r>
            <a:r>
              <a:rPr sz="2800" b="1" dirty="0">
                <a:solidFill>
                  <a:srgbClr val="000000"/>
                </a:solidFill>
              </a:rPr>
              <a:t>Limo Pro</a:t>
            </a:r>
            <a:r>
              <a:rPr sz="2800" dirty="0">
                <a:solidFill>
                  <a:srgbClr val="000000"/>
                </a:solidFill>
              </a:rPr>
              <a:t> robot (on the network) talk to ROS 2 in WSL</a:t>
            </a:r>
          </a:p>
          <a:p>
            <a:pPr marL="571500" indent="-571500" algn="l">
              <a:spcAft>
                <a:spcPts val="1400"/>
              </a:spcAft>
              <a:buClr>
                <a:srgbClr val="000000"/>
              </a:buClr>
              <a:buFont typeface="Arial"/>
              <a:buChar char="•"/>
            </a:pPr>
            <a:r>
              <a:rPr sz="2800" dirty="0">
                <a:solidFill>
                  <a:srgbClr val="000000"/>
                </a:solidFill>
              </a:rPr>
              <a:t>Ubuntu 24.04 on your laptop? Skip the WSL steps.</a:t>
            </a:r>
          </a:p>
        </p:txBody>
      </p:sp>
      <p:pic>
        <p:nvPicPr>
          <p:cNvPr id="7" name="Picture 6" descr="image.png"/>
          <p:cNvPicPr>
            <a:picLocks noChangeAspect="1"/>
          </p:cNvPicPr>
          <p:nvPr/>
        </p:nvPicPr>
        <p:blipFill>
          <a:blip r:embed="rId2"/>
          <a:stretch>
            <a:fillRect/>
          </a:stretch>
        </p:blipFill>
        <p:spPr>
          <a:xfrm>
            <a:off x="9966960" y="2377440"/>
            <a:ext cx="7315200" cy="3053038"/>
          </a:xfrm>
          <a:prstGeom prst="rect">
            <a:avLst/>
          </a:prstGeom>
        </p:spPr>
      </p:pic>
      <p:sp>
        <p:nvSpPr>
          <p:cNvPr id="8" name="TextBox 7"/>
          <p:cNvSpPr txBox="1"/>
          <p:nvPr/>
        </p:nvSpPr>
        <p:spPr>
          <a:xfrm>
            <a:off x="9966960" y="5567638"/>
            <a:ext cx="7315200" cy="457200"/>
          </a:xfrm>
          <a:prstGeom prst="rect">
            <a:avLst/>
          </a:prstGeom>
          <a:noFill/>
        </p:spPr>
        <p:txBody>
          <a:bodyPr wrap="square" lIns="0" tIns="0" rIns="0" bIns="0" anchor="t">
            <a:noAutofit/>
          </a:bodyPr>
          <a:lstStyle/>
          <a:p>
            <a:pPr marL="0" indent="0" algn="l">
              <a:spcAft>
                <a:spcPts val="600"/>
              </a:spcAft>
              <a:buNone/>
            </a:pPr>
            <a:r>
              <a:rPr sz="1600">
                <a:solidFill>
                  <a:srgbClr val="595959"/>
                </a:solidFill>
              </a:rPr>
              <a:t>VS Code (Windows) + VS Code Server and your code (WSL). Source: code.visualstudio.com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Setup in 5 steps</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21</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Step card 1"/>
          <p:cNvSpPr/>
          <p:nvPr/>
        </p:nvSpPr>
        <p:spPr>
          <a:xfrm>
            <a:off x="996696" y="2103120"/>
            <a:ext cx="2834640" cy="34747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7" name="Step number 1"/>
          <p:cNvSpPr/>
          <p:nvPr/>
        </p:nvSpPr>
        <p:spPr>
          <a:xfrm>
            <a:off x="1911095" y="2423160"/>
            <a:ext cx="1005840" cy="100584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200" b="1">
                <a:solidFill>
                  <a:srgbClr val="000000"/>
                </a:solidFill>
              </a:rPr>
              <a:t>1</a:t>
            </a:r>
          </a:p>
        </p:txBody>
      </p:sp>
      <p:sp>
        <p:nvSpPr>
          <p:cNvPr id="8" name="TextBox 7"/>
          <p:cNvSpPr txBox="1"/>
          <p:nvPr/>
        </p:nvSpPr>
        <p:spPr>
          <a:xfrm>
            <a:off x="1179576" y="3657600"/>
            <a:ext cx="2468880" cy="1737360"/>
          </a:xfrm>
          <a:prstGeom prst="rect">
            <a:avLst/>
          </a:prstGeom>
          <a:noFill/>
        </p:spPr>
        <p:txBody>
          <a:bodyPr wrap="square" lIns="0" tIns="0" rIns="0" bIns="0" anchor="t">
            <a:noAutofit/>
          </a:bodyPr>
          <a:lstStyle/>
          <a:p>
            <a:pPr marL="0" indent="0" algn="ctr">
              <a:spcAft>
                <a:spcPts val="600"/>
              </a:spcAft>
              <a:buNone/>
            </a:pPr>
            <a:r>
              <a:rPr sz="2600" b="1">
                <a:solidFill>
                  <a:srgbClr val="000000"/>
                </a:solidFill>
              </a:rPr>
              <a:t>Install WSL</a:t>
            </a:r>
          </a:p>
          <a:p>
            <a:pPr marL="0" indent="0" algn="ctr">
              <a:spcAft>
                <a:spcPts val="600"/>
              </a:spcAft>
              <a:buNone/>
            </a:pPr>
            <a:r>
              <a:rPr sz="2200">
                <a:solidFill>
                  <a:srgbClr val="000000"/>
                </a:solidFill>
              </a:rPr>
              <a:t>WSL + Ubuntu 24.04</a:t>
            </a:r>
          </a:p>
        </p:txBody>
      </p:sp>
      <p:sp>
        <p:nvSpPr>
          <p:cNvPr id="9" name="Arrow 1"/>
          <p:cNvSpPr/>
          <p:nvPr/>
        </p:nvSpPr>
        <p:spPr>
          <a:xfrm>
            <a:off x="3913632" y="3657600"/>
            <a:ext cx="365760" cy="411480"/>
          </a:xfrm>
          <a:prstGeom prst="chevron">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0" name="Step card 2"/>
          <p:cNvSpPr/>
          <p:nvPr/>
        </p:nvSpPr>
        <p:spPr>
          <a:xfrm>
            <a:off x="4361688" y="2103120"/>
            <a:ext cx="2834640" cy="34747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1" name="Step number 2"/>
          <p:cNvSpPr/>
          <p:nvPr/>
        </p:nvSpPr>
        <p:spPr>
          <a:xfrm>
            <a:off x="5276088" y="2423160"/>
            <a:ext cx="1005840" cy="100584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200" b="1">
                <a:solidFill>
                  <a:srgbClr val="000000"/>
                </a:solidFill>
              </a:rPr>
              <a:t>2</a:t>
            </a:r>
          </a:p>
        </p:txBody>
      </p:sp>
      <p:sp>
        <p:nvSpPr>
          <p:cNvPr id="12" name="TextBox 11"/>
          <p:cNvSpPr txBox="1"/>
          <p:nvPr/>
        </p:nvSpPr>
        <p:spPr>
          <a:xfrm>
            <a:off x="4544568" y="3657600"/>
            <a:ext cx="2468880" cy="1737360"/>
          </a:xfrm>
          <a:prstGeom prst="rect">
            <a:avLst/>
          </a:prstGeom>
          <a:noFill/>
        </p:spPr>
        <p:txBody>
          <a:bodyPr wrap="square" lIns="0" tIns="0" rIns="0" bIns="0" anchor="t">
            <a:noAutofit/>
          </a:bodyPr>
          <a:lstStyle/>
          <a:p>
            <a:pPr marL="0" indent="0" algn="ctr">
              <a:spcAft>
                <a:spcPts val="600"/>
              </a:spcAft>
              <a:buNone/>
            </a:pPr>
            <a:r>
              <a:rPr sz="2600" b="1">
                <a:solidFill>
                  <a:srgbClr val="000000"/>
                </a:solidFill>
              </a:rPr>
              <a:t>Networking</a:t>
            </a:r>
          </a:p>
          <a:p>
            <a:pPr marL="0" indent="0" algn="ctr">
              <a:spcAft>
                <a:spcPts val="600"/>
              </a:spcAft>
              <a:buNone/>
            </a:pPr>
            <a:r>
              <a:rPr sz="2200">
                <a:solidFill>
                  <a:srgbClr val="000000"/>
                </a:solidFill>
              </a:rPr>
              <a:t>Mirrored mode + firewall</a:t>
            </a:r>
          </a:p>
        </p:txBody>
      </p:sp>
      <p:sp>
        <p:nvSpPr>
          <p:cNvPr id="13" name="Arrow 2"/>
          <p:cNvSpPr/>
          <p:nvPr/>
        </p:nvSpPr>
        <p:spPr>
          <a:xfrm>
            <a:off x="7278624" y="3657600"/>
            <a:ext cx="365760" cy="411480"/>
          </a:xfrm>
          <a:prstGeom prst="chevron">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4" name="Step card 3"/>
          <p:cNvSpPr/>
          <p:nvPr/>
        </p:nvSpPr>
        <p:spPr>
          <a:xfrm>
            <a:off x="7726680" y="2103120"/>
            <a:ext cx="2834640" cy="34747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5" name="Step number 3"/>
          <p:cNvSpPr/>
          <p:nvPr/>
        </p:nvSpPr>
        <p:spPr>
          <a:xfrm>
            <a:off x="8641080" y="2423160"/>
            <a:ext cx="1005840" cy="100584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200" b="1">
                <a:solidFill>
                  <a:srgbClr val="000000"/>
                </a:solidFill>
              </a:rPr>
              <a:t>3</a:t>
            </a:r>
          </a:p>
        </p:txBody>
      </p:sp>
      <p:sp>
        <p:nvSpPr>
          <p:cNvPr id="16" name="TextBox 15"/>
          <p:cNvSpPr txBox="1"/>
          <p:nvPr/>
        </p:nvSpPr>
        <p:spPr>
          <a:xfrm>
            <a:off x="7909560" y="3657600"/>
            <a:ext cx="2468880" cy="1737360"/>
          </a:xfrm>
          <a:prstGeom prst="rect">
            <a:avLst/>
          </a:prstGeom>
          <a:noFill/>
        </p:spPr>
        <p:txBody>
          <a:bodyPr wrap="square" lIns="0" tIns="0" rIns="0" bIns="0" anchor="t">
            <a:noAutofit/>
          </a:bodyPr>
          <a:lstStyle/>
          <a:p>
            <a:pPr marL="0" indent="0" algn="ctr">
              <a:spcAft>
                <a:spcPts val="600"/>
              </a:spcAft>
              <a:buNone/>
            </a:pPr>
            <a:r>
              <a:rPr sz="2600" b="1">
                <a:solidFill>
                  <a:srgbClr val="000000"/>
                </a:solidFill>
              </a:rPr>
              <a:t>VS Code</a:t>
            </a:r>
          </a:p>
          <a:p>
            <a:pPr marL="0" indent="0" algn="ctr">
              <a:spcAft>
                <a:spcPts val="600"/>
              </a:spcAft>
              <a:buNone/>
            </a:pPr>
            <a:r>
              <a:rPr sz="2200">
                <a:solidFill>
                  <a:srgbClr val="000000"/>
                </a:solidFill>
              </a:rPr>
              <a:t>Connect VS Code to WSL</a:t>
            </a:r>
          </a:p>
        </p:txBody>
      </p:sp>
      <p:sp>
        <p:nvSpPr>
          <p:cNvPr id="17" name="Arrow 3"/>
          <p:cNvSpPr/>
          <p:nvPr/>
        </p:nvSpPr>
        <p:spPr>
          <a:xfrm>
            <a:off x="10643616" y="3657600"/>
            <a:ext cx="365760" cy="411480"/>
          </a:xfrm>
          <a:prstGeom prst="chevron">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8" name="Step card 4"/>
          <p:cNvSpPr/>
          <p:nvPr/>
        </p:nvSpPr>
        <p:spPr>
          <a:xfrm>
            <a:off x="11091672" y="2103120"/>
            <a:ext cx="2834640" cy="34747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19" name="Step number 4"/>
          <p:cNvSpPr/>
          <p:nvPr/>
        </p:nvSpPr>
        <p:spPr>
          <a:xfrm>
            <a:off x="12006072" y="2423160"/>
            <a:ext cx="1005840" cy="100584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200" b="1">
                <a:solidFill>
                  <a:srgbClr val="000000"/>
                </a:solidFill>
              </a:rPr>
              <a:t>4</a:t>
            </a:r>
          </a:p>
        </p:txBody>
      </p:sp>
      <p:sp>
        <p:nvSpPr>
          <p:cNvPr id="20" name="TextBox 19"/>
          <p:cNvSpPr txBox="1"/>
          <p:nvPr/>
        </p:nvSpPr>
        <p:spPr>
          <a:xfrm>
            <a:off x="11274552" y="3657600"/>
            <a:ext cx="2468880" cy="1737360"/>
          </a:xfrm>
          <a:prstGeom prst="rect">
            <a:avLst/>
          </a:prstGeom>
          <a:noFill/>
        </p:spPr>
        <p:txBody>
          <a:bodyPr wrap="square" lIns="0" tIns="0" rIns="0" bIns="0" anchor="t">
            <a:noAutofit/>
          </a:bodyPr>
          <a:lstStyle/>
          <a:p>
            <a:pPr marL="0" indent="0" algn="ctr">
              <a:spcAft>
                <a:spcPts val="600"/>
              </a:spcAft>
              <a:buNone/>
            </a:pPr>
            <a:r>
              <a:rPr sz="2600" b="1">
                <a:solidFill>
                  <a:srgbClr val="000000"/>
                </a:solidFill>
              </a:rPr>
              <a:t>ROS 2 Jazzy</a:t>
            </a:r>
          </a:p>
          <a:p>
            <a:pPr marL="0" indent="0" algn="ctr">
              <a:spcAft>
                <a:spcPts val="600"/>
              </a:spcAft>
              <a:buNone/>
            </a:pPr>
            <a:r>
              <a:rPr sz="2200">
                <a:solidFill>
                  <a:srgbClr val="000000"/>
                </a:solidFill>
              </a:rPr>
              <a:t>Install, source and test</a:t>
            </a:r>
          </a:p>
        </p:txBody>
      </p:sp>
      <p:sp>
        <p:nvSpPr>
          <p:cNvPr id="21" name="Arrow 4"/>
          <p:cNvSpPr/>
          <p:nvPr/>
        </p:nvSpPr>
        <p:spPr>
          <a:xfrm>
            <a:off x="14008608" y="3657600"/>
            <a:ext cx="365760" cy="411480"/>
          </a:xfrm>
          <a:prstGeom prst="chevron">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2" name="Step card 5"/>
          <p:cNvSpPr/>
          <p:nvPr/>
        </p:nvSpPr>
        <p:spPr>
          <a:xfrm>
            <a:off x="14456664" y="2103120"/>
            <a:ext cx="2834640" cy="34747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a:p>
        </p:txBody>
      </p:sp>
      <p:sp>
        <p:nvSpPr>
          <p:cNvPr id="23" name="Step number 5"/>
          <p:cNvSpPr/>
          <p:nvPr/>
        </p:nvSpPr>
        <p:spPr>
          <a:xfrm>
            <a:off x="15371063" y="2423160"/>
            <a:ext cx="1005840" cy="100584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3200" b="1">
                <a:solidFill>
                  <a:srgbClr val="000000"/>
                </a:solidFill>
              </a:rPr>
              <a:t>5</a:t>
            </a:r>
          </a:p>
        </p:txBody>
      </p:sp>
      <p:sp>
        <p:nvSpPr>
          <p:cNvPr id="24" name="TextBox 23"/>
          <p:cNvSpPr txBox="1"/>
          <p:nvPr/>
        </p:nvSpPr>
        <p:spPr>
          <a:xfrm>
            <a:off x="14639544" y="3657600"/>
            <a:ext cx="2468880" cy="1737360"/>
          </a:xfrm>
          <a:prstGeom prst="rect">
            <a:avLst/>
          </a:prstGeom>
          <a:noFill/>
        </p:spPr>
        <p:txBody>
          <a:bodyPr wrap="square" lIns="0" tIns="0" rIns="0" bIns="0" anchor="t">
            <a:noAutofit/>
          </a:bodyPr>
          <a:lstStyle/>
          <a:p>
            <a:pPr marL="0" indent="0" algn="ctr">
              <a:spcAft>
                <a:spcPts val="600"/>
              </a:spcAft>
              <a:buNone/>
            </a:pPr>
            <a:r>
              <a:rPr sz="2600" b="1">
                <a:solidFill>
                  <a:srgbClr val="000000"/>
                </a:solidFill>
              </a:rPr>
              <a:t>Workspace</a:t>
            </a:r>
          </a:p>
          <a:p>
            <a:pPr marL="0" indent="0" algn="ctr">
              <a:spcAft>
                <a:spcPts val="600"/>
              </a:spcAft>
              <a:buNone/>
            </a:pPr>
            <a:r>
              <a:rPr sz="2200">
                <a:solidFill>
                  <a:srgbClr val="000000"/>
                </a:solidFill>
              </a:rPr>
              <a:t>Create ~/ros2_ws</a:t>
            </a:r>
          </a:p>
        </p:txBody>
      </p:sp>
      <p:sp>
        <p:nvSpPr>
          <p:cNvPr id="25" name="Callout"/>
          <p:cNvSpPr/>
          <p:nvPr/>
        </p:nvSpPr>
        <p:spPr>
          <a:xfrm>
            <a:off x="996696" y="5989320"/>
            <a:ext cx="16294608" cy="1188720"/>
          </a:xfrm>
          <a:prstGeom prst="roundRect">
            <a:avLst>
              <a:gd name="adj" fmla="val 8000"/>
            </a:avLst>
          </a:prstGeom>
          <a:solidFill>
            <a:srgbClr val="E3F6F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a:solidFill>
                  <a:srgbClr val="000000"/>
                </a:solidFill>
              </a:rPr>
              <a:t>Steps 1–2: </a:t>
            </a:r>
            <a:r>
              <a:rPr sz="2200" b="1">
                <a:solidFill>
                  <a:srgbClr val="000000"/>
                </a:solidFill>
              </a:rPr>
              <a:t>Windows PowerShell (as administrator)</a:t>
            </a:r>
            <a:r>
              <a:rPr sz="2200">
                <a:solidFill>
                  <a:srgbClr val="000000"/>
                </a:solidFill>
              </a:rPr>
              <a:t>.   Steps 3–5: the </a:t>
            </a:r>
            <a:r>
              <a:rPr sz="2200" b="1">
                <a:solidFill>
                  <a:srgbClr val="000000"/>
                </a:solidFill>
              </a:rPr>
              <a:t>VS Code terminal connected to WSL</a:t>
            </a:r>
            <a:r>
              <a:rPr sz="2200">
                <a:solidFill>
                  <a:srgbClr val="000000"/>
                </a:solidFill>
              </a:rPr>
              <a:t>.</a:t>
            </a:r>
          </a:p>
        </p:txBody>
      </p:sp>
      <p:sp>
        <p:nvSpPr>
          <p:cNvPr id="26" name="TextBox 25"/>
          <p:cNvSpPr txBox="1"/>
          <p:nvPr/>
        </p:nvSpPr>
        <p:spPr>
          <a:xfrm>
            <a:off x="996696" y="7498079"/>
            <a:ext cx="16294608" cy="1097280"/>
          </a:xfrm>
          <a:prstGeom prst="rect">
            <a:avLst/>
          </a:prstGeom>
          <a:noFill/>
        </p:spPr>
        <p:txBody>
          <a:bodyPr wrap="square" lIns="0" tIns="0" rIns="0" bIns="0" anchor="t">
            <a:noAutofit/>
          </a:bodyPr>
          <a:lstStyle/>
          <a:p>
            <a:pPr marL="0" indent="0" algn="l">
              <a:spcAft>
                <a:spcPts val="600"/>
              </a:spcAft>
              <a:buNone/>
            </a:pPr>
            <a:r>
              <a:rPr sz="2200" i="1">
                <a:solidFill>
                  <a:srgbClr val="000000"/>
                </a:solidFill>
              </a:rPr>
              <a:t>Goal: you can set up a ROS 2 computer yourself. Read what each command does instead of only copy-pasting – you will need these skills again on the robot.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48B81-1081-87D2-5F01-D87E49CCEC3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751713-669E-1060-621B-E25FFD84D844}"/>
              </a:ext>
            </a:extLst>
          </p:cNvPr>
          <p:cNvSpPr>
            <a:spLocks noGrp="1"/>
          </p:cNvSpPr>
          <p:nvPr>
            <p:ph type="body" sz="quarter" idx="17"/>
          </p:nvPr>
        </p:nvSpPr>
        <p:spPr>
          <a:xfrm>
            <a:off x="996696" y="1783080"/>
            <a:ext cx="16294608" cy="685800"/>
          </a:xfrm>
        </p:spPr>
        <p:txBody>
          <a:bodyPr/>
          <a:lstStyle/>
          <a:p>
            <a:pPr marL="571500" indent="-571500" algn="l">
              <a:spcAft>
                <a:spcPts val="600"/>
              </a:spcAft>
              <a:buClr>
                <a:srgbClr val="000000"/>
              </a:buClr>
              <a:buFont typeface="Arial"/>
              <a:buChar char="•"/>
            </a:pPr>
            <a:r>
              <a:rPr sz="2800"/>
              <a:t>Open </a:t>
            </a:r>
            <a:r>
              <a:rPr sz="2800" b="1"/>
              <a:t>PowerShell as administrator</a:t>
            </a:r>
            <a:r>
              <a:rPr sz="2800"/>
              <a:t> (right-click Start → Terminal (Admin)) and run:</a:t>
            </a:r>
          </a:p>
        </p:txBody>
      </p:sp>
      <p:sp>
        <p:nvSpPr>
          <p:cNvPr id="3" name="Slide Number Placeholder 2">
            <a:extLst>
              <a:ext uri="{FF2B5EF4-FFF2-40B4-BE49-F238E27FC236}">
                <a16:creationId xmlns:a16="http://schemas.microsoft.com/office/drawing/2014/main" id="{8259AC37-60DB-543A-E96A-52BB245F0794}"/>
              </a:ext>
            </a:extLst>
          </p:cNvPr>
          <p:cNvSpPr>
            <a:spLocks noGrp="1"/>
          </p:cNvSpPr>
          <p:nvPr>
            <p:ph type="sldNum" sz="quarter" idx="12"/>
          </p:nvPr>
        </p:nvSpPr>
        <p:spPr/>
        <p:txBody>
          <a:bodyPr/>
          <a:lstStyle/>
          <a:p>
            <a:fld id="{B7527A74-2D87-4307-9531-5A57D9647EEB}" type="slidenum">
              <a:rPr lang="nl-BE" smtClean="0"/>
              <a:pPr/>
              <a:t>22</a:t>
            </a:fld>
            <a:endParaRPr lang="nl-BE"/>
          </a:p>
        </p:txBody>
      </p:sp>
      <p:sp>
        <p:nvSpPr>
          <p:cNvPr id="4" name="Title 3">
            <a:extLst>
              <a:ext uri="{FF2B5EF4-FFF2-40B4-BE49-F238E27FC236}">
                <a16:creationId xmlns:a16="http://schemas.microsoft.com/office/drawing/2014/main" id="{9316DD20-67F3-0A7B-CC67-900ECBD3B384}"/>
              </a:ext>
            </a:extLst>
          </p:cNvPr>
          <p:cNvSpPr>
            <a:spLocks noGrp="1"/>
          </p:cNvSpPr>
          <p:nvPr>
            <p:ph type="title"/>
          </p:nvPr>
        </p:nvSpPr>
        <p:spPr/>
        <p:txBody>
          <a:bodyPr/>
          <a:lstStyle/>
          <a:p>
            <a:r>
              <a:rPr lang="en-US" dirty="0"/>
              <a:t>Step 1 – Install WSL</a:t>
            </a:r>
          </a:p>
        </p:txBody>
      </p:sp>
      <p:sp>
        <p:nvSpPr>
          <p:cNvPr id="5" name="Date Placeholder 4">
            <a:extLst>
              <a:ext uri="{FF2B5EF4-FFF2-40B4-BE49-F238E27FC236}">
                <a16:creationId xmlns:a16="http://schemas.microsoft.com/office/drawing/2014/main" id="{8E8B9BCA-90DE-C724-DDA6-2F2E34F6482B}"/>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93F6C1A8-6469-4FEB-2942-F99D610EB782}"/>
              </a:ext>
            </a:extLst>
          </p:cNvPr>
          <p:cNvSpPr>
            <a:spLocks noGrp="1"/>
          </p:cNvSpPr>
          <p:nvPr>
            <p:ph type="ftr" sz="quarter" idx="11"/>
          </p:nvPr>
        </p:nvSpPr>
        <p:spPr/>
        <p:txBody>
          <a:bodyPr/>
          <a:lstStyle/>
          <a:p>
            <a:r>
              <a:rPr lang="en-US" dirty="0"/>
              <a:t>Robotics &amp; edge AI – Introduction to ROS 2</a:t>
            </a:r>
          </a:p>
        </p:txBody>
      </p:sp>
      <p:pic>
        <p:nvPicPr>
          <p:cNvPr id="8" name="Afbeelding 7">
            <a:extLst>
              <a:ext uri="{FF2B5EF4-FFF2-40B4-BE49-F238E27FC236}">
                <a16:creationId xmlns:a16="http://schemas.microsoft.com/office/drawing/2014/main" id="{939DCC82-7C12-A90D-617F-7DA5225488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591671" y="3154680"/>
            <a:ext cx="6431538" cy="2204302"/>
          </a:xfrm>
          <a:prstGeom prst="rect">
            <a:avLst/>
          </a:prstGeom>
        </p:spPr>
      </p:pic>
      <p:sp>
        <p:nvSpPr>
          <p:cNvPr id="11" name="Tekstvak 10">
            <a:extLst>
              <a:ext uri="{FF2B5EF4-FFF2-40B4-BE49-F238E27FC236}">
                <a16:creationId xmlns:a16="http://schemas.microsoft.com/office/drawing/2014/main" id="{55748B6F-ACEA-AE4D-5899-823086F51F46}"/>
              </a:ext>
            </a:extLst>
          </p:cNvPr>
          <p:cNvSpPr txBox="1"/>
          <p:nvPr/>
        </p:nvSpPr>
        <p:spPr>
          <a:xfrm>
            <a:off x="996696" y="4983480"/>
            <a:ext cx="8778240" cy="457200"/>
          </a:xfrm>
          <a:prstGeom prst="rect">
            <a:avLst/>
          </a:prstGeom>
          <a:noFill/>
        </p:spPr>
        <p:txBody>
          <a:bodyPr wrap="square">
            <a:spAutoFit/>
          </a:bodyPr>
          <a:lstStyle/>
          <a:p>
            <a:r>
              <a:rPr lang="en-US" sz="2000" dirty="0">
                <a:hlinkClick r:id="rId4"/>
              </a:rPr>
              <a:t>https://learn.microsoft.com/en-us/windows/wsl/install</a:t>
            </a:r>
            <a:endParaRPr lang="en-US" sz="2000" dirty="0"/>
          </a:p>
          <a:p>
            <a:endParaRPr lang="en-US" sz="2000" dirty="0"/>
          </a:p>
        </p:txBody>
      </p:sp>
      <p:sp>
        <p:nvSpPr>
          <p:cNvPr id="12" name="Code"/>
          <p:cNvSpPr/>
          <p:nvPr/>
        </p:nvSpPr>
        <p:spPr>
          <a:xfrm>
            <a:off x="996696" y="2651760"/>
            <a:ext cx="8778240" cy="2090928"/>
          </a:xfrm>
          <a:prstGeom prst="roundRect">
            <a:avLst>
              <a:gd name="adj" fmla="val 5247"/>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dirty="0">
                <a:solidFill>
                  <a:srgbClr val="6A9955"/>
                </a:solidFill>
                <a:latin typeface="Consolas"/>
              </a:rPr>
              <a:t># 1. Is WSL installed? Which version?</a:t>
            </a:r>
          </a:p>
          <a:p>
            <a:pPr algn="l">
              <a:lnSpc>
                <a:spcPct val="100000"/>
              </a:lnSpc>
            </a:pPr>
            <a:r>
              <a:rPr sz="2000" dirty="0" err="1">
                <a:solidFill>
                  <a:srgbClr val="D4D4D4"/>
                </a:solidFill>
                <a:latin typeface="Consolas"/>
              </a:rPr>
              <a:t>wsl</a:t>
            </a:r>
            <a:r>
              <a:rPr sz="2000" dirty="0">
                <a:solidFill>
                  <a:srgbClr val="D4D4D4"/>
                </a:solidFill>
                <a:latin typeface="Consolas"/>
              </a:rPr>
              <a:t> --version</a:t>
            </a:r>
          </a:p>
          <a:p>
            <a:pPr algn="l">
              <a:lnSpc>
                <a:spcPct val="100000"/>
              </a:lnSpc>
            </a:pPr>
            <a:r>
              <a:rPr sz="2000" dirty="0">
                <a:solidFill>
                  <a:srgbClr val="6A9955"/>
                </a:solidFill>
                <a:latin typeface="Consolas"/>
              </a:rPr>
              <a:t># 2a. Not installed: install WSL, then restart your PC</a:t>
            </a:r>
          </a:p>
          <a:p>
            <a:pPr algn="l">
              <a:lnSpc>
                <a:spcPct val="100000"/>
              </a:lnSpc>
            </a:pPr>
            <a:r>
              <a:rPr sz="2000" dirty="0" err="1">
                <a:solidFill>
                  <a:srgbClr val="D4D4D4"/>
                </a:solidFill>
                <a:latin typeface="Consolas"/>
              </a:rPr>
              <a:t>wsl</a:t>
            </a:r>
            <a:r>
              <a:rPr sz="2000" dirty="0">
                <a:solidFill>
                  <a:srgbClr val="D4D4D4"/>
                </a:solidFill>
                <a:latin typeface="Consolas"/>
              </a:rPr>
              <a:t> --install --no-distribution</a:t>
            </a:r>
          </a:p>
          <a:p>
            <a:pPr algn="l">
              <a:lnSpc>
                <a:spcPct val="100000"/>
              </a:lnSpc>
            </a:pPr>
            <a:r>
              <a:rPr sz="2000" dirty="0">
                <a:solidFill>
                  <a:srgbClr val="6A9955"/>
                </a:solidFill>
                <a:latin typeface="Consolas"/>
              </a:rPr>
              <a:t># 2b. Already installed: update to the latest version</a:t>
            </a:r>
          </a:p>
          <a:p>
            <a:pPr algn="l">
              <a:lnSpc>
                <a:spcPct val="100000"/>
              </a:lnSpc>
            </a:pPr>
            <a:r>
              <a:rPr sz="2000" dirty="0" err="1">
                <a:solidFill>
                  <a:srgbClr val="D4D4D4"/>
                </a:solidFill>
                <a:latin typeface="Consolas"/>
              </a:rPr>
              <a:t>wsl</a:t>
            </a:r>
            <a:r>
              <a:rPr sz="2000" dirty="0">
                <a:solidFill>
                  <a:srgbClr val="D4D4D4"/>
                </a:solidFill>
                <a:latin typeface="Consolas"/>
              </a:rPr>
              <a:t> --update</a:t>
            </a:r>
          </a:p>
        </p:txBody>
      </p:sp>
      <p:sp>
        <p:nvSpPr>
          <p:cNvPr id="13" name="TextBox 12"/>
          <p:cNvSpPr txBox="1"/>
          <p:nvPr/>
        </p:nvSpPr>
        <p:spPr>
          <a:xfrm>
            <a:off x="10332720" y="2651760"/>
            <a:ext cx="6949440" cy="457200"/>
          </a:xfrm>
          <a:prstGeom prst="rect">
            <a:avLst/>
          </a:prstGeom>
          <a:noFill/>
        </p:spPr>
        <p:txBody>
          <a:bodyPr wrap="square" lIns="0" tIns="0" rIns="0" bIns="0" anchor="t">
            <a:noAutofit/>
          </a:bodyPr>
          <a:lstStyle/>
          <a:p>
            <a:pPr marL="0" indent="0" algn="l">
              <a:spcAft>
                <a:spcPts val="600"/>
              </a:spcAft>
              <a:buNone/>
            </a:pPr>
            <a:r>
              <a:rPr sz="2000">
                <a:solidFill>
                  <a:srgbClr val="000000"/>
                </a:solidFill>
              </a:rPr>
              <a:t>Example output of </a:t>
            </a:r>
            <a:r>
              <a:rPr sz="2000">
                <a:solidFill>
                  <a:srgbClr val="B0006A"/>
                </a:solidFill>
                <a:latin typeface="Consolas"/>
              </a:rPr>
              <a:t>wsl --version</a:t>
            </a:r>
            <a:r>
              <a:rPr sz="2000">
                <a:solidFill>
                  <a:srgbClr val="000000"/>
                </a:solidFill>
              </a:rPr>
              <a:t>:</a:t>
            </a:r>
          </a:p>
        </p:txBody>
      </p:sp>
      <p:sp>
        <p:nvSpPr>
          <p:cNvPr id="14" name="Callout"/>
          <p:cNvSpPr/>
          <p:nvPr/>
        </p:nvSpPr>
        <p:spPr>
          <a:xfrm>
            <a:off x="996696" y="5852160"/>
            <a:ext cx="16294608" cy="1325880"/>
          </a:xfrm>
          <a:prstGeom prst="roundRect">
            <a:avLst>
              <a:gd name="adj" fmla="val 8000"/>
            </a:avLst>
          </a:prstGeom>
          <a:solidFill>
            <a:srgbClr val="FCE4F2"/>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Error 0x80370102 or “virtualization is not enabled”?</a:t>
            </a:r>
          </a:p>
          <a:p>
            <a:pPr marL="0" indent="0" algn="l">
              <a:spcAft>
                <a:spcPts val="400"/>
              </a:spcAft>
              <a:buNone/>
            </a:pPr>
            <a:r>
              <a:rPr sz="2000">
                <a:solidFill>
                  <a:srgbClr val="000000"/>
                </a:solidFill>
              </a:rPr>
              <a:t>WSL 2 needs hardware virtualization: enable it in the BIOS/UEFI (Intel VT-x / AMD-V / SVM) or ask for help.</a:t>
            </a:r>
          </a:p>
        </p:txBody>
      </p:sp>
    </p:spTree>
    <p:extLst>
      <p:ext uri="{BB962C8B-B14F-4D97-AF65-F5344CB8AC3E}">
        <p14:creationId xmlns:p14="http://schemas.microsoft.com/office/powerpoint/2010/main" val="2935715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1 – Install Ubuntu 24.04</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23</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16294608" cy="685800"/>
          </a:xfrm>
          <a:prstGeom prst="rect">
            <a:avLst/>
          </a:prstGeom>
          <a:noFill/>
        </p:spPr>
        <p:txBody>
          <a:bodyPr wrap="square" lIns="0" tIns="0" rIns="0" bIns="0" anchor="t">
            <a:noAutofit/>
          </a:bodyPr>
          <a:lstStyle/>
          <a:p>
            <a:pPr marL="571500" indent="-571500" algn="l">
              <a:spcAft>
                <a:spcPts val="600"/>
              </a:spcAft>
              <a:buClr>
                <a:srgbClr val="000000"/>
              </a:buClr>
              <a:buFont typeface="Arial"/>
              <a:buChar char="•"/>
            </a:pPr>
            <a:r>
              <a:rPr sz="2800">
                <a:solidFill>
                  <a:srgbClr val="000000"/>
                </a:solidFill>
              </a:rPr>
              <a:t>Still in PowerShell: install </a:t>
            </a:r>
            <a:r>
              <a:rPr sz="2800" b="1">
                <a:solidFill>
                  <a:srgbClr val="000000"/>
                </a:solidFill>
              </a:rPr>
              <a:t>Ubuntu 24.04</a:t>
            </a:r>
            <a:r>
              <a:rPr sz="2800">
                <a:solidFill>
                  <a:srgbClr val="000000"/>
                </a:solidFill>
              </a:rPr>
              <a:t> – ROS 2 Jazzy only runs on this Ubuntu version</a:t>
            </a:r>
          </a:p>
        </p:txBody>
      </p:sp>
      <p:sp>
        <p:nvSpPr>
          <p:cNvPr id="7" name="Code"/>
          <p:cNvSpPr/>
          <p:nvPr/>
        </p:nvSpPr>
        <p:spPr>
          <a:xfrm>
            <a:off x="996696" y="2651760"/>
            <a:ext cx="10058400" cy="1491487"/>
          </a:xfrm>
          <a:prstGeom prst="roundRect">
            <a:avLst>
              <a:gd name="adj" fmla="val 7356"/>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dirty="0">
                <a:solidFill>
                  <a:srgbClr val="6A9955"/>
                </a:solidFill>
                <a:latin typeface="Consolas"/>
              </a:rPr>
              <a:t># Which distributions are available?</a:t>
            </a:r>
          </a:p>
          <a:p>
            <a:pPr algn="l">
              <a:lnSpc>
                <a:spcPct val="100000"/>
              </a:lnSpc>
            </a:pPr>
            <a:r>
              <a:rPr sz="2000" dirty="0" err="1">
                <a:solidFill>
                  <a:srgbClr val="D4D4D4"/>
                </a:solidFill>
                <a:latin typeface="Consolas"/>
              </a:rPr>
              <a:t>wsl</a:t>
            </a:r>
            <a:r>
              <a:rPr sz="2000" dirty="0">
                <a:solidFill>
                  <a:srgbClr val="D4D4D4"/>
                </a:solidFill>
                <a:latin typeface="Consolas"/>
              </a:rPr>
              <a:t> --list --online</a:t>
            </a:r>
          </a:p>
          <a:p>
            <a:pPr algn="l">
              <a:lnSpc>
                <a:spcPct val="100000"/>
              </a:lnSpc>
            </a:pPr>
            <a:r>
              <a:rPr sz="2000" dirty="0">
                <a:solidFill>
                  <a:srgbClr val="6A9955"/>
                </a:solidFill>
                <a:latin typeface="Consolas"/>
              </a:rPr>
              <a:t># Install exactly this version</a:t>
            </a:r>
          </a:p>
          <a:p>
            <a:pPr algn="l">
              <a:lnSpc>
                <a:spcPct val="100000"/>
              </a:lnSpc>
            </a:pPr>
            <a:r>
              <a:rPr sz="2000" dirty="0" err="1">
                <a:solidFill>
                  <a:srgbClr val="D4D4D4"/>
                </a:solidFill>
                <a:latin typeface="Consolas"/>
              </a:rPr>
              <a:t>wsl</a:t>
            </a:r>
            <a:r>
              <a:rPr sz="2000" dirty="0">
                <a:solidFill>
                  <a:srgbClr val="D4D4D4"/>
                </a:solidFill>
                <a:latin typeface="Consolas"/>
              </a:rPr>
              <a:t> --install -d Ubuntu-24.04</a:t>
            </a:r>
          </a:p>
        </p:txBody>
      </p:sp>
      <p:sp>
        <p:nvSpPr>
          <p:cNvPr id="8" name="Callout"/>
          <p:cNvSpPr/>
          <p:nvPr/>
        </p:nvSpPr>
        <p:spPr>
          <a:xfrm>
            <a:off x="11521440" y="2651760"/>
            <a:ext cx="5769864" cy="1581912"/>
          </a:xfrm>
          <a:prstGeom prst="roundRect">
            <a:avLst>
              <a:gd name="adj" fmla="val 6936"/>
            </a:avLst>
          </a:prstGeom>
          <a:solidFill>
            <a:srgbClr val="E3F6F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Why not just “Ubuntu”?</a:t>
            </a:r>
          </a:p>
          <a:p>
            <a:pPr marL="0" indent="0" algn="l">
              <a:spcAft>
                <a:spcPts val="400"/>
              </a:spcAft>
              <a:buNone/>
            </a:pPr>
            <a:r>
              <a:rPr sz="2000">
                <a:solidFill>
                  <a:srgbClr val="B0006A"/>
                </a:solidFill>
                <a:latin typeface="Consolas"/>
              </a:rPr>
              <a:t>Ubuntu</a:t>
            </a:r>
            <a:r>
              <a:rPr sz="2000">
                <a:solidFill>
                  <a:srgbClr val="000000"/>
                </a:solidFill>
              </a:rPr>
              <a:t> always means the newest release, which is not necessarily 24.04.</a:t>
            </a:r>
          </a:p>
        </p:txBody>
      </p:sp>
      <p:sp>
        <p:nvSpPr>
          <p:cNvPr id="9" name="TextBox 8"/>
          <p:cNvSpPr txBox="1"/>
          <p:nvPr/>
        </p:nvSpPr>
        <p:spPr>
          <a:xfrm>
            <a:off x="996696" y="4572000"/>
            <a:ext cx="16294608" cy="420624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600" dirty="0">
                <a:solidFill>
                  <a:srgbClr val="000000"/>
                </a:solidFill>
              </a:rPr>
              <a:t>Ubuntu asks for a new </a:t>
            </a:r>
            <a:r>
              <a:rPr sz="2600" b="1" dirty="0">
                <a:solidFill>
                  <a:srgbClr val="000000"/>
                </a:solidFill>
              </a:rPr>
              <a:t>username</a:t>
            </a:r>
            <a:r>
              <a:rPr sz="2600" dirty="0">
                <a:solidFill>
                  <a:srgbClr val="000000"/>
                </a:solidFill>
              </a:rPr>
              <a:t> and </a:t>
            </a:r>
            <a:r>
              <a:rPr sz="2600" b="1" dirty="0">
                <a:solidFill>
                  <a:srgbClr val="000000"/>
                </a:solidFill>
              </a:rPr>
              <a:t>password</a:t>
            </a:r>
            <a:r>
              <a:rPr sz="2600" dirty="0">
                <a:solidFill>
                  <a:srgbClr val="000000"/>
                </a:solidFill>
              </a:rPr>
              <a:t>: remember them! You need the password for every </a:t>
            </a:r>
            <a:r>
              <a:rPr sz="2600" dirty="0" err="1">
                <a:solidFill>
                  <a:srgbClr val="B0006A"/>
                </a:solidFill>
                <a:latin typeface="Consolas"/>
              </a:rPr>
              <a:t>sudo</a:t>
            </a:r>
            <a:r>
              <a:rPr sz="2600" dirty="0">
                <a:solidFill>
                  <a:srgbClr val="000000"/>
                </a:solidFill>
              </a:rPr>
              <a:t> command</a:t>
            </a:r>
          </a:p>
          <a:p>
            <a:pPr marL="1143000" lvl="1" indent="-457200" algn="l">
              <a:spcAft>
                <a:spcPts val="1000"/>
              </a:spcAft>
              <a:buClr>
                <a:srgbClr val="000000"/>
              </a:buClr>
              <a:buFont typeface="Arial"/>
              <a:buChar char="•"/>
            </a:pPr>
            <a:r>
              <a:rPr sz="2200" dirty="0">
                <a:solidFill>
                  <a:srgbClr val="000000"/>
                </a:solidFill>
              </a:rPr>
              <a:t>While you type a password, Linux shows nothing on screen – that is normal</a:t>
            </a:r>
          </a:p>
          <a:p>
            <a:pPr marL="571500" indent="-571500" algn="l">
              <a:spcAft>
                <a:spcPts val="1000"/>
              </a:spcAft>
              <a:buClr>
                <a:srgbClr val="000000"/>
              </a:buClr>
              <a:buFont typeface="Arial"/>
              <a:buChar char="•"/>
            </a:pPr>
            <a:r>
              <a:rPr sz="2600" dirty="0">
                <a:solidFill>
                  <a:srgbClr val="000000"/>
                </a:solidFill>
              </a:rPr>
              <a:t>Open Ubuntu later via the Start menu or with </a:t>
            </a:r>
            <a:r>
              <a:rPr sz="2600" dirty="0" err="1">
                <a:solidFill>
                  <a:srgbClr val="B0006A"/>
                </a:solidFill>
                <a:latin typeface="Consolas"/>
              </a:rPr>
              <a:t>wsl</a:t>
            </a:r>
            <a:r>
              <a:rPr sz="2600" dirty="0">
                <a:solidFill>
                  <a:srgbClr val="B0006A"/>
                </a:solidFill>
                <a:latin typeface="Consolas"/>
              </a:rPr>
              <a:t> -d Ubuntu-24.04</a:t>
            </a:r>
          </a:p>
          <a:p>
            <a:pPr marL="571500" indent="-571500" algn="l">
              <a:spcAft>
                <a:spcPts val="1000"/>
              </a:spcAft>
              <a:buClr>
                <a:srgbClr val="000000"/>
              </a:buClr>
              <a:buFont typeface="Arial"/>
              <a:buChar char="•"/>
            </a:pPr>
            <a:r>
              <a:rPr sz="2600" dirty="0">
                <a:solidFill>
                  <a:srgbClr val="000000"/>
                </a:solidFill>
              </a:rPr>
              <a:t>Check: </a:t>
            </a:r>
            <a:r>
              <a:rPr sz="2600" dirty="0" err="1">
                <a:solidFill>
                  <a:srgbClr val="B0006A"/>
                </a:solidFill>
                <a:latin typeface="Consolas"/>
              </a:rPr>
              <a:t>wsl</a:t>
            </a:r>
            <a:r>
              <a:rPr sz="2600" dirty="0">
                <a:solidFill>
                  <a:srgbClr val="B0006A"/>
                </a:solidFill>
                <a:latin typeface="Consolas"/>
              </a:rPr>
              <a:t> -l -v</a:t>
            </a:r>
            <a:r>
              <a:rPr sz="2600" dirty="0">
                <a:solidFill>
                  <a:srgbClr val="000000"/>
                </a:solidFill>
              </a:rPr>
              <a:t> must show </a:t>
            </a:r>
            <a:r>
              <a:rPr sz="2600" b="1" dirty="0">
                <a:solidFill>
                  <a:srgbClr val="000000"/>
                </a:solidFill>
              </a:rPr>
              <a:t>Ubuntu-24.04</a:t>
            </a:r>
            <a:r>
              <a:rPr sz="2600" dirty="0">
                <a:solidFill>
                  <a:srgbClr val="000000"/>
                </a:solidFill>
              </a:rPr>
              <a:t> with VERSION </a:t>
            </a:r>
            <a:r>
              <a:rPr sz="2600" b="1" dirty="0">
                <a:solidFill>
                  <a:srgbClr val="000000"/>
                </a:solidFill>
              </a:rPr>
              <a:t>2</a:t>
            </a:r>
          </a:p>
          <a:p>
            <a:pPr marL="571500" indent="-571500" algn="l">
              <a:spcAft>
                <a:spcPts val="1000"/>
              </a:spcAft>
              <a:buClr>
                <a:srgbClr val="000000"/>
              </a:buClr>
              <a:buFont typeface="Arial"/>
              <a:buChar char="•"/>
            </a:pPr>
            <a:r>
              <a:rPr sz="2600" dirty="0">
                <a:solidFill>
                  <a:srgbClr val="000000"/>
                </a:solidFill>
              </a:rPr>
              <a:t>Other distros installed? Make this one the default: </a:t>
            </a:r>
            <a:r>
              <a:rPr sz="2600" dirty="0" err="1">
                <a:solidFill>
                  <a:srgbClr val="B0006A"/>
                </a:solidFill>
                <a:latin typeface="Consolas"/>
              </a:rPr>
              <a:t>wsl</a:t>
            </a:r>
            <a:r>
              <a:rPr sz="2600" dirty="0">
                <a:solidFill>
                  <a:srgbClr val="B0006A"/>
                </a:solidFill>
                <a:latin typeface="Consolas"/>
              </a:rPr>
              <a:t> --set-default Ubuntu-24.04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2 – Networking: mirrored mode</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24</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8595360" cy="3017520"/>
          </a:xfrm>
          <a:prstGeom prst="rect">
            <a:avLst/>
          </a:prstGeom>
          <a:noFill/>
        </p:spPr>
        <p:txBody>
          <a:bodyPr wrap="square" lIns="0" tIns="0" rIns="0" bIns="0" anchor="t">
            <a:noAutofit/>
          </a:bodyPr>
          <a:lstStyle/>
          <a:p>
            <a:pPr marL="571500" indent="-571500" algn="l">
              <a:spcAft>
                <a:spcPts val="600"/>
              </a:spcAft>
              <a:buClr>
                <a:srgbClr val="000000"/>
              </a:buClr>
              <a:buFont typeface="Arial"/>
              <a:buChar char="•"/>
            </a:pPr>
            <a:r>
              <a:rPr sz="2400">
                <a:solidFill>
                  <a:srgbClr val="000000"/>
                </a:solidFill>
              </a:rPr>
              <a:t>Default (NAT): Ubuntu sits </a:t>
            </a:r>
            <a:r>
              <a:rPr sz="2400" i="1">
                <a:solidFill>
                  <a:srgbClr val="000000"/>
                </a:solidFill>
              </a:rPr>
              <a:t>behind</a:t>
            </a:r>
            <a:r>
              <a:rPr sz="2400">
                <a:solidFill>
                  <a:srgbClr val="000000"/>
                </a:solidFill>
              </a:rPr>
              <a:t> Windows on its own small network</a:t>
            </a:r>
          </a:p>
          <a:p>
            <a:pPr marL="571500" indent="-571500" algn="l">
              <a:spcAft>
                <a:spcPts val="600"/>
              </a:spcAft>
              <a:buClr>
                <a:srgbClr val="000000"/>
              </a:buClr>
              <a:buFont typeface="Arial"/>
              <a:buChar char="•"/>
            </a:pPr>
            <a:r>
              <a:rPr sz="2400" b="1">
                <a:solidFill>
                  <a:srgbClr val="000000"/>
                </a:solidFill>
              </a:rPr>
              <a:t>Mirrored mode</a:t>
            </a:r>
            <a:r>
              <a:rPr sz="2400">
                <a:solidFill>
                  <a:srgbClr val="000000"/>
                </a:solidFill>
              </a:rPr>
              <a:t>: WSL shares the network and IP address of Windows → needed for </a:t>
            </a:r>
            <a:r>
              <a:rPr sz="2400" b="1">
                <a:solidFill>
                  <a:srgbClr val="000000"/>
                </a:solidFill>
              </a:rPr>
              <a:t>Webots</a:t>
            </a:r>
            <a:r>
              <a:rPr sz="2400">
                <a:solidFill>
                  <a:srgbClr val="000000"/>
                </a:solidFill>
              </a:rPr>
              <a:t> and the </a:t>
            </a:r>
            <a:r>
              <a:rPr sz="2400" b="1">
                <a:solidFill>
                  <a:srgbClr val="000000"/>
                </a:solidFill>
              </a:rPr>
              <a:t>Limo Pro</a:t>
            </a:r>
            <a:r>
              <a:rPr sz="2400">
                <a:solidFill>
                  <a:srgbClr val="000000"/>
                </a:solidFill>
              </a:rPr>
              <a:t> robot</a:t>
            </a:r>
          </a:p>
          <a:p>
            <a:pPr marL="571500" indent="-571500" algn="l">
              <a:spcAft>
                <a:spcPts val="600"/>
              </a:spcAft>
              <a:buClr>
                <a:srgbClr val="000000"/>
              </a:buClr>
              <a:buFont typeface="Arial"/>
              <a:buChar char="•"/>
            </a:pPr>
            <a:r>
              <a:rPr sz="2400">
                <a:solidFill>
                  <a:srgbClr val="000000"/>
                </a:solidFill>
              </a:rPr>
              <a:t>Set it in the </a:t>
            </a:r>
            <a:r>
              <a:rPr sz="2400" b="1">
                <a:solidFill>
                  <a:srgbClr val="000000"/>
                </a:solidFill>
              </a:rPr>
              <a:t>WSL Settings</a:t>
            </a:r>
            <a:r>
              <a:rPr sz="2400">
                <a:solidFill>
                  <a:srgbClr val="000000"/>
                </a:solidFill>
              </a:rPr>
              <a:t> app → Networking → </a:t>
            </a:r>
            <a:r>
              <a:rPr sz="2400" b="1">
                <a:solidFill>
                  <a:srgbClr val="000000"/>
                </a:solidFill>
              </a:rPr>
              <a:t>Mirrored</a:t>
            </a:r>
            <a:r>
              <a:rPr sz="2400">
                <a:solidFill>
                  <a:srgbClr val="000000"/>
                </a:solidFill>
              </a:rPr>
              <a:t> (see right)</a:t>
            </a:r>
          </a:p>
          <a:p>
            <a:pPr marL="571500" indent="-571500" algn="l">
              <a:spcAft>
                <a:spcPts val="600"/>
              </a:spcAft>
              <a:buClr>
                <a:srgbClr val="000000"/>
              </a:buClr>
              <a:buFont typeface="Arial"/>
              <a:buChar char="•"/>
            </a:pPr>
            <a:r>
              <a:rPr sz="2400">
                <a:solidFill>
                  <a:srgbClr val="000000"/>
                </a:solidFill>
              </a:rPr>
              <a:t>Or edit </a:t>
            </a:r>
            <a:r>
              <a:rPr sz="2400">
                <a:solidFill>
                  <a:srgbClr val="B0006A"/>
                </a:solidFill>
                <a:latin typeface="Consolas"/>
              </a:rPr>
              <a:t>.wslconfig</a:t>
            </a:r>
            <a:r>
              <a:rPr sz="2400">
                <a:solidFill>
                  <a:srgbClr val="000000"/>
                </a:solidFill>
              </a:rPr>
              <a:t> in Windows: </a:t>
            </a:r>
            <a:r>
              <a:rPr sz="2400">
                <a:solidFill>
                  <a:srgbClr val="B0006A"/>
                </a:solidFill>
                <a:latin typeface="Consolas"/>
              </a:rPr>
              <a:t>notepad $env:USERPROFILE\.wslconfig</a:t>
            </a:r>
          </a:p>
        </p:txBody>
      </p:sp>
      <p:sp>
        <p:nvSpPr>
          <p:cNvPr id="7" name="Code"/>
          <p:cNvSpPr/>
          <p:nvPr/>
        </p:nvSpPr>
        <p:spPr>
          <a:xfrm>
            <a:off x="996696" y="5074920"/>
            <a:ext cx="5120640" cy="1491487"/>
          </a:xfrm>
          <a:prstGeom prst="roundRect">
            <a:avLst>
              <a:gd name="adj" fmla="val 7356"/>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569CD6"/>
                </a:solidFill>
                <a:latin typeface="Consolas"/>
              </a:rPr>
              <a:t>[wsl2]</a:t>
            </a:r>
          </a:p>
          <a:p>
            <a:pPr algn="l">
              <a:lnSpc>
                <a:spcPct val="100000"/>
              </a:lnSpc>
            </a:pPr>
            <a:r>
              <a:rPr sz="2000">
                <a:solidFill>
                  <a:srgbClr val="D4D4D4"/>
                </a:solidFill>
                <a:latin typeface="Consolas"/>
              </a:rPr>
              <a:t>networkingMode=mirrored</a:t>
            </a:r>
          </a:p>
          <a:p>
            <a:pPr algn="l">
              <a:lnSpc>
                <a:spcPct val="100000"/>
              </a:lnSpc>
            </a:pPr>
            <a:r>
              <a:rPr sz="2000">
                <a:solidFill>
                  <a:srgbClr val="D4D4D4"/>
                </a:solidFill>
                <a:latin typeface="Consolas"/>
              </a:rPr>
              <a:t>dnsTunneling=true</a:t>
            </a:r>
          </a:p>
          <a:p>
            <a:pPr algn="l">
              <a:lnSpc>
                <a:spcPct val="100000"/>
              </a:lnSpc>
            </a:pPr>
            <a:r>
              <a:rPr sz="2000">
                <a:solidFill>
                  <a:srgbClr val="D4D4D4"/>
                </a:solidFill>
                <a:latin typeface="Consolas"/>
              </a:rPr>
              <a:t>autoProxy=true</a:t>
            </a:r>
          </a:p>
        </p:txBody>
      </p:sp>
      <p:sp>
        <p:nvSpPr>
          <p:cNvPr id="8" name="TextBox 7"/>
          <p:cNvSpPr txBox="1"/>
          <p:nvPr/>
        </p:nvSpPr>
        <p:spPr>
          <a:xfrm>
            <a:off x="996696" y="6812280"/>
            <a:ext cx="8595360" cy="2011680"/>
          </a:xfrm>
          <a:prstGeom prst="rect">
            <a:avLst/>
          </a:prstGeom>
          <a:noFill/>
        </p:spPr>
        <p:txBody>
          <a:bodyPr wrap="square" lIns="0" tIns="0" rIns="0" bIns="0" anchor="t">
            <a:noAutofit/>
          </a:bodyPr>
          <a:lstStyle/>
          <a:p>
            <a:pPr marL="571500" indent="-571500" algn="l">
              <a:spcAft>
                <a:spcPts val="600"/>
              </a:spcAft>
              <a:buClr>
                <a:srgbClr val="000000"/>
              </a:buClr>
              <a:buFont typeface="Arial"/>
              <a:buChar char="•"/>
            </a:pPr>
            <a:r>
              <a:rPr sz="2400">
                <a:solidFill>
                  <a:srgbClr val="000000"/>
                </a:solidFill>
              </a:rPr>
              <a:t>Apply: </a:t>
            </a:r>
            <a:r>
              <a:rPr sz="2400">
                <a:solidFill>
                  <a:srgbClr val="B0006A"/>
                </a:solidFill>
                <a:latin typeface="Consolas"/>
              </a:rPr>
              <a:t>wsl --shutdown</a:t>
            </a:r>
            <a:r>
              <a:rPr sz="2400">
                <a:solidFill>
                  <a:srgbClr val="000000"/>
                </a:solidFill>
              </a:rPr>
              <a:t> in PowerShell, then open Ubuntu again</a:t>
            </a:r>
          </a:p>
          <a:p>
            <a:pPr marL="571500" indent="-571500" algn="l">
              <a:spcAft>
                <a:spcPts val="600"/>
              </a:spcAft>
              <a:buClr>
                <a:srgbClr val="000000"/>
              </a:buClr>
              <a:buFont typeface="Arial"/>
              <a:buChar char="•"/>
            </a:pPr>
            <a:r>
              <a:rPr sz="2400">
                <a:solidFill>
                  <a:srgbClr val="000000"/>
                </a:solidFill>
              </a:rPr>
              <a:t>Check: </a:t>
            </a:r>
            <a:r>
              <a:rPr sz="2400">
                <a:solidFill>
                  <a:srgbClr val="B0006A"/>
                </a:solidFill>
                <a:latin typeface="Consolas"/>
              </a:rPr>
              <a:t>hostname -I</a:t>
            </a:r>
            <a:r>
              <a:rPr sz="2400">
                <a:solidFill>
                  <a:srgbClr val="000000"/>
                </a:solidFill>
              </a:rPr>
              <a:t> in Ubuntu shows the same IP as </a:t>
            </a:r>
            <a:r>
              <a:rPr sz="2400">
                <a:solidFill>
                  <a:srgbClr val="B0006A"/>
                </a:solidFill>
                <a:latin typeface="Consolas"/>
              </a:rPr>
              <a:t>ipconfig</a:t>
            </a:r>
            <a:r>
              <a:rPr sz="2400">
                <a:solidFill>
                  <a:srgbClr val="000000"/>
                </a:solidFill>
              </a:rPr>
              <a:t> in Windows</a:t>
            </a:r>
          </a:p>
        </p:txBody>
      </p:sp>
      <p:pic>
        <p:nvPicPr>
          <p:cNvPr id="9" name="Picture 8" descr="image.png"/>
          <p:cNvPicPr>
            <a:picLocks noChangeAspect="1"/>
          </p:cNvPicPr>
          <p:nvPr/>
        </p:nvPicPr>
        <p:blipFill>
          <a:blip r:embed="rId2"/>
          <a:stretch>
            <a:fillRect/>
          </a:stretch>
        </p:blipFill>
        <p:spPr>
          <a:xfrm>
            <a:off x="10058400" y="1783080"/>
            <a:ext cx="7223760" cy="427398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2 – Firewall rules</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25</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16294608" cy="914400"/>
          </a:xfrm>
          <a:prstGeom prst="rect">
            <a:avLst/>
          </a:prstGeom>
          <a:noFill/>
        </p:spPr>
        <p:txBody>
          <a:bodyPr wrap="square" lIns="0" tIns="0" rIns="0" bIns="0" anchor="t">
            <a:noAutofit/>
          </a:bodyPr>
          <a:lstStyle/>
          <a:p>
            <a:pPr marL="571500" indent="-571500" algn="l">
              <a:spcAft>
                <a:spcPts val="600"/>
              </a:spcAft>
              <a:buClr>
                <a:srgbClr val="000000"/>
              </a:buClr>
              <a:buFont typeface="Arial"/>
              <a:buChar char="•"/>
            </a:pPr>
            <a:r>
              <a:rPr sz="2600">
                <a:solidFill>
                  <a:srgbClr val="000000"/>
                </a:solidFill>
              </a:rPr>
              <a:t>The Windows firewall also filters WSL traffic. Allow ROS 2 communication – once per laptop, in </a:t>
            </a:r>
            <a:r>
              <a:rPr sz="2600" b="1">
                <a:solidFill>
                  <a:srgbClr val="000000"/>
                </a:solidFill>
              </a:rPr>
              <a:t>PowerShell as administrator</a:t>
            </a:r>
            <a:r>
              <a:rPr sz="2600">
                <a:solidFill>
                  <a:srgbClr val="000000"/>
                </a:solidFill>
              </a:rPr>
              <a:t>:</a:t>
            </a:r>
          </a:p>
        </p:txBody>
      </p:sp>
      <p:sp>
        <p:nvSpPr>
          <p:cNvPr id="7" name="Code"/>
          <p:cNvSpPr/>
          <p:nvPr/>
        </p:nvSpPr>
        <p:spPr>
          <a:xfrm>
            <a:off x="996696" y="2788920"/>
            <a:ext cx="16294608" cy="1731264"/>
          </a:xfrm>
          <a:prstGeom prst="roundRect">
            <a:avLst>
              <a:gd name="adj" fmla="val 6338"/>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1600" dirty="0">
                <a:solidFill>
                  <a:srgbClr val="6A9955"/>
                </a:solidFill>
                <a:latin typeface="Consolas"/>
              </a:rPr>
              <a:t># Allow traffic in and out of the WSL virtual machine (Hyper-V firewall)</a:t>
            </a:r>
          </a:p>
          <a:p>
            <a:pPr algn="l">
              <a:lnSpc>
                <a:spcPct val="100000"/>
              </a:lnSpc>
            </a:pPr>
            <a:r>
              <a:rPr sz="1600" dirty="0">
                <a:solidFill>
                  <a:srgbClr val="D4D4D4"/>
                </a:solidFill>
                <a:latin typeface="Consolas"/>
              </a:rPr>
              <a:t>Set-</a:t>
            </a:r>
            <a:r>
              <a:rPr sz="1600" dirty="0" err="1">
                <a:solidFill>
                  <a:srgbClr val="D4D4D4"/>
                </a:solidFill>
                <a:latin typeface="Consolas"/>
              </a:rPr>
              <a:t>NetFirewallHyperVVMSetting</a:t>
            </a:r>
            <a:r>
              <a:rPr sz="1600" dirty="0">
                <a:solidFill>
                  <a:srgbClr val="D4D4D4"/>
                </a:solidFill>
                <a:latin typeface="Consolas"/>
              </a:rPr>
              <a:t> -Name '{40E0AC32-46A5-438A-A0B2-2B479E8F2E90}' -</a:t>
            </a:r>
            <a:r>
              <a:rPr sz="1600" dirty="0" err="1">
                <a:solidFill>
                  <a:srgbClr val="D4D4D4"/>
                </a:solidFill>
                <a:latin typeface="Consolas"/>
              </a:rPr>
              <a:t>DefaultInboundAction</a:t>
            </a:r>
            <a:r>
              <a:rPr sz="1600" dirty="0">
                <a:solidFill>
                  <a:srgbClr val="D4D4D4"/>
                </a:solidFill>
                <a:latin typeface="Consolas"/>
              </a:rPr>
              <a:t> Allow</a:t>
            </a:r>
          </a:p>
          <a:p>
            <a:pPr algn="l">
              <a:lnSpc>
                <a:spcPct val="100000"/>
              </a:lnSpc>
            </a:pPr>
            <a:r>
              <a:rPr sz="1600" dirty="0">
                <a:solidFill>
                  <a:srgbClr val="D4D4D4"/>
                </a:solidFill>
                <a:latin typeface="Consolas"/>
              </a:rPr>
              <a:t>Set-</a:t>
            </a:r>
            <a:r>
              <a:rPr sz="1600" dirty="0" err="1">
                <a:solidFill>
                  <a:srgbClr val="D4D4D4"/>
                </a:solidFill>
                <a:latin typeface="Consolas"/>
              </a:rPr>
              <a:t>NetFirewallHyperVVMSetting</a:t>
            </a:r>
            <a:r>
              <a:rPr sz="1600" dirty="0">
                <a:solidFill>
                  <a:srgbClr val="D4D4D4"/>
                </a:solidFill>
                <a:latin typeface="Consolas"/>
              </a:rPr>
              <a:t> -Name '{40E0AC32-46A5-438A-A0B2-2B479E8F2E90}' -DefaultOutboundAction Allow</a:t>
            </a:r>
          </a:p>
          <a:p>
            <a:pPr algn="l">
              <a:lnSpc>
                <a:spcPct val="100000"/>
              </a:lnSpc>
            </a:pPr>
            <a:r>
              <a:rPr sz="1600" dirty="0">
                <a:solidFill>
                  <a:srgbClr val="6A9955"/>
                </a:solidFill>
                <a:latin typeface="Consolas"/>
              </a:rPr>
              <a:t># Allow ROS 2 (DDS) communication: UDP ports 7400-7600</a:t>
            </a:r>
          </a:p>
          <a:p>
            <a:pPr algn="l">
              <a:lnSpc>
                <a:spcPct val="100000"/>
              </a:lnSpc>
            </a:pPr>
            <a:r>
              <a:rPr sz="1600" dirty="0">
                <a:solidFill>
                  <a:srgbClr val="D4D4D4"/>
                </a:solidFill>
                <a:latin typeface="Consolas"/>
              </a:rPr>
              <a:t>New-</a:t>
            </a:r>
            <a:r>
              <a:rPr sz="1600" dirty="0" err="1">
                <a:solidFill>
                  <a:srgbClr val="D4D4D4"/>
                </a:solidFill>
                <a:latin typeface="Consolas"/>
              </a:rPr>
              <a:t>NetFirewallRule</a:t>
            </a:r>
            <a:r>
              <a:rPr sz="1600" dirty="0">
                <a:solidFill>
                  <a:srgbClr val="D4D4D4"/>
                </a:solidFill>
                <a:latin typeface="Consolas"/>
              </a:rPr>
              <a:t> -DisplayName "ROS2 UDP 7400-7600" -Direction Inbound -Action Allow -Protocol UDP -</a:t>
            </a:r>
            <a:r>
              <a:rPr sz="1600" dirty="0" err="1">
                <a:solidFill>
                  <a:srgbClr val="D4D4D4"/>
                </a:solidFill>
                <a:latin typeface="Consolas"/>
              </a:rPr>
              <a:t>LocalPort</a:t>
            </a:r>
            <a:r>
              <a:rPr sz="1600" dirty="0">
                <a:solidFill>
                  <a:srgbClr val="D4D4D4"/>
                </a:solidFill>
                <a:latin typeface="Consolas"/>
              </a:rPr>
              <a:t> 7400-7600</a:t>
            </a:r>
          </a:p>
          <a:p>
            <a:pPr algn="l">
              <a:lnSpc>
                <a:spcPct val="100000"/>
              </a:lnSpc>
            </a:pPr>
            <a:r>
              <a:rPr sz="1600" dirty="0">
                <a:solidFill>
                  <a:srgbClr val="D4D4D4"/>
                </a:solidFill>
                <a:latin typeface="Consolas"/>
              </a:rPr>
              <a:t>New-</a:t>
            </a:r>
            <a:r>
              <a:rPr sz="1600" dirty="0" err="1">
                <a:solidFill>
                  <a:srgbClr val="D4D4D4"/>
                </a:solidFill>
                <a:latin typeface="Consolas"/>
              </a:rPr>
              <a:t>NetFirewallRule</a:t>
            </a:r>
            <a:r>
              <a:rPr sz="1600" dirty="0">
                <a:solidFill>
                  <a:srgbClr val="D4D4D4"/>
                </a:solidFill>
                <a:latin typeface="Consolas"/>
              </a:rPr>
              <a:t> -DisplayName "ROS2 UDP 7400-7600 Outbound" -Direction Outbound -Action Allow -Protocol UDP -</a:t>
            </a:r>
            <a:r>
              <a:rPr sz="1600" dirty="0" err="1">
                <a:solidFill>
                  <a:srgbClr val="D4D4D4"/>
                </a:solidFill>
                <a:latin typeface="Consolas"/>
              </a:rPr>
              <a:t>LocalPort</a:t>
            </a:r>
            <a:r>
              <a:rPr sz="1600" dirty="0">
                <a:solidFill>
                  <a:srgbClr val="D4D4D4"/>
                </a:solidFill>
                <a:latin typeface="Consolas"/>
              </a:rPr>
              <a:t> 7400-7600</a:t>
            </a:r>
          </a:p>
        </p:txBody>
      </p:sp>
      <p:sp>
        <p:nvSpPr>
          <p:cNvPr id="8" name="TextBox 7"/>
          <p:cNvSpPr txBox="1"/>
          <p:nvPr/>
        </p:nvSpPr>
        <p:spPr>
          <a:xfrm>
            <a:off x="996696" y="4983480"/>
            <a:ext cx="16294608" cy="329184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400" dirty="0">
                <a:solidFill>
                  <a:srgbClr val="B0006A"/>
                </a:solidFill>
                <a:latin typeface="Consolas"/>
              </a:rPr>
              <a:t>Set-</a:t>
            </a:r>
            <a:r>
              <a:rPr sz="2400" dirty="0" err="1">
                <a:solidFill>
                  <a:srgbClr val="B0006A"/>
                </a:solidFill>
                <a:latin typeface="Consolas"/>
              </a:rPr>
              <a:t>NetFirewallHyperVVMSetting</a:t>
            </a:r>
            <a:r>
              <a:rPr sz="2400" dirty="0">
                <a:solidFill>
                  <a:srgbClr val="000000"/>
                </a:solidFill>
              </a:rPr>
              <a:t>: lets traffic in and out of the WSL virtual machine (the long ID identifies WSL)</a:t>
            </a:r>
          </a:p>
          <a:p>
            <a:pPr marL="571500" indent="-571500" algn="l">
              <a:spcAft>
                <a:spcPts val="1000"/>
              </a:spcAft>
              <a:buClr>
                <a:srgbClr val="000000"/>
              </a:buClr>
              <a:buFont typeface="Arial"/>
              <a:buChar char="•"/>
            </a:pPr>
            <a:r>
              <a:rPr sz="2400" dirty="0">
                <a:solidFill>
                  <a:srgbClr val="B0006A"/>
                </a:solidFill>
                <a:latin typeface="Consolas"/>
              </a:rPr>
              <a:t>New-</a:t>
            </a:r>
            <a:r>
              <a:rPr sz="2400" dirty="0" err="1">
                <a:solidFill>
                  <a:srgbClr val="B0006A"/>
                </a:solidFill>
                <a:latin typeface="Consolas"/>
              </a:rPr>
              <a:t>NetFirewallRule</a:t>
            </a:r>
            <a:r>
              <a:rPr sz="2400" dirty="0">
                <a:solidFill>
                  <a:srgbClr val="000000"/>
                </a:solidFill>
              </a:rPr>
              <a:t>: opens the UDP ports ROS 2 (DDS) uses to discover nodes and exchange messages</a:t>
            </a:r>
          </a:p>
          <a:p>
            <a:pPr marL="571500" indent="-571500" algn="l">
              <a:spcAft>
                <a:spcPts val="1000"/>
              </a:spcAft>
              <a:buClr>
                <a:srgbClr val="000000"/>
              </a:buClr>
              <a:buFont typeface="Arial"/>
              <a:buChar char="•"/>
            </a:pPr>
            <a:r>
              <a:rPr sz="2400" dirty="0">
                <a:solidFill>
                  <a:srgbClr val="000000"/>
                </a:solidFill>
              </a:rPr>
              <a:t>Later, </a:t>
            </a:r>
            <a:r>
              <a:rPr sz="2400" dirty="0" err="1">
                <a:solidFill>
                  <a:srgbClr val="000000"/>
                </a:solidFill>
              </a:rPr>
              <a:t>Webots</a:t>
            </a:r>
            <a:r>
              <a:rPr sz="2400" dirty="0">
                <a:solidFill>
                  <a:srgbClr val="000000"/>
                </a:solidFill>
              </a:rPr>
              <a:t> or the robot can’t see your topics? Check step 2 first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2D8A1-C0AB-A1B5-D811-C12D5BBE01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65BFA91-CA33-010B-CFCC-4B36454ED20A}"/>
              </a:ext>
            </a:extLst>
          </p:cNvPr>
          <p:cNvSpPr>
            <a:spLocks noGrp="1"/>
          </p:cNvSpPr>
          <p:nvPr>
            <p:ph type="body" sz="quarter" idx="17"/>
          </p:nvPr>
        </p:nvSpPr>
        <p:spPr>
          <a:xfrm>
            <a:off x="996696" y="1783080"/>
            <a:ext cx="16294608" cy="640080"/>
          </a:xfrm>
        </p:spPr>
        <p:txBody>
          <a:bodyPr/>
          <a:lstStyle/>
          <a:p>
            <a:pPr marL="571500" indent="-571500" algn="l">
              <a:spcAft>
                <a:spcPts val="600"/>
              </a:spcAft>
              <a:buClr>
                <a:srgbClr val="000000"/>
              </a:buClr>
              <a:buFont typeface="Arial"/>
              <a:buChar char="•"/>
            </a:pPr>
            <a:r>
              <a:rPr sz="2600"/>
              <a:t>Mirrored mode doesn’t work on every laptop. Typical message when Ubuntu starts:</a:t>
            </a:r>
          </a:p>
        </p:txBody>
      </p:sp>
      <p:sp>
        <p:nvSpPr>
          <p:cNvPr id="3" name="Slide Number Placeholder 2">
            <a:extLst>
              <a:ext uri="{FF2B5EF4-FFF2-40B4-BE49-F238E27FC236}">
                <a16:creationId xmlns:a16="http://schemas.microsoft.com/office/drawing/2014/main" id="{E78EB332-27AF-E65B-BE1C-0446ECD852AA}"/>
              </a:ext>
            </a:extLst>
          </p:cNvPr>
          <p:cNvSpPr>
            <a:spLocks noGrp="1"/>
          </p:cNvSpPr>
          <p:nvPr>
            <p:ph type="sldNum" sz="quarter" idx="12"/>
          </p:nvPr>
        </p:nvSpPr>
        <p:spPr/>
        <p:txBody>
          <a:bodyPr/>
          <a:lstStyle/>
          <a:p>
            <a:fld id="{B7527A74-2D87-4307-9531-5A57D9647EEB}" type="slidenum">
              <a:rPr lang="nl-BE" smtClean="0"/>
              <a:pPr/>
              <a:t>26</a:t>
            </a:fld>
            <a:endParaRPr lang="nl-BE"/>
          </a:p>
        </p:txBody>
      </p:sp>
      <p:sp>
        <p:nvSpPr>
          <p:cNvPr id="4" name="Title 3">
            <a:extLst>
              <a:ext uri="{FF2B5EF4-FFF2-40B4-BE49-F238E27FC236}">
                <a16:creationId xmlns:a16="http://schemas.microsoft.com/office/drawing/2014/main" id="{A94A5C90-30DD-132D-1FF3-FDD0F8166F48}"/>
              </a:ext>
            </a:extLst>
          </p:cNvPr>
          <p:cNvSpPr>
            <a:spLocks noGrp="1"/>
          </p:cNvSpPr>
          <p:nvPr>
            <p:ph type="title"/>
          </p:nvPr>
        </p:nvSpPr>
        <p:spPr/>
        <p:txBody>
          <a:bodyPr/>
          <a:lstStyle/>
          <a:p>
            <a:r>
              <a:rPr lang="en-US" dirty="0"/>
              <a:t>Step 2 – Troubleshooting networking</a:t>
            </a:r>
          </a:p>
        </p:txBody>
      </p:sp>
      <p:sp>
        <p:nvSpPr>
          <p:cNvPr id="5" name="Date Placeholder 4">
            <a:extLst>
              <a:ext uri="{FF2B5EF4-FFF2-40B4-BE49-F238E27FC236}">
                <a16:creationId xmlns:a16="http://schemas.microsoft.com/office/drawing/2014/main" id="{8738021E-2FB5-4CA8-39BB-AD9E9C5E718F}"/>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5B545020-AE98-094B-E14A-A05C53AD96DE}"/>
              </a:ext>
            </a:extLst>
          </p:cNvPr>
          <p:cNvSpPr>
            <a:spLocks noGrp="1"/>
          </p:cNvSpPr>
          <p:nvPr>
            <p:ph type="ftr" sz="quarter" idx="11"/>
          </p:nvPr>
        </p:nvSpPr>
        <p:spPr/>
        <p:txBody>
          <a:bodyPr/>
          <a:lstStyle/>
          <a:p>
            <a:r>
              <a:rPr lang="en-US" dirty="0"/>
              <a:t>Robotics &amp; edge AI – Introduction to ROS 2</a:t>
            </a:r>
          </a:p>
        </p:txBody>
      </p:sp>
      <p:pic>
        <p:nvPicPr>
          <p:cNvPr id="14" name="Afbeelding 13">
            <a:extLst>
              <a:ext uri="{FF2B5EF4-FFF2-40B4-BE49-F238E27FC236}">
                <a16:creationId xmlns:a16="http://schemas.microsoft.com/office/drawing/2014/main" id="{65651F1A-73D1-3B16-616C-245AF227CFBA}"/>
              </a:ext>
            </a:extLst>
          </p:cNvPr>
          <p:cNvPicPr>
            <a:picLocks noChangeAspect="1"/>
          </p:cNvPicPr>
          <p:nvPr/>
        </p:nvPicPr>
        <p:blipFill>
          <a:blip r:embed="rId3"/>
          <a:stretch>
            <a:fillRect/>
          </a:stretch>
        </p:blipFill>
        <p:spPr>
          <a:xfrm>
            <a:off x="996696" y="2560320"/>
            <a:ext cx="12874752" cy="1628228"/>
          </a:xfrm>
          <a:prstGeom prst="rect">
            <a:avLst/>
          </a:prstGeom>
        </p:spPr>
      </p:pic>
      <p:sp>
        <p:nvSpPr>
          <p:cNvPr id="15" name="TextBox 14"/>
          <p:cNvSpPr txBox="1"/>
          <p:nvPr/>
        </p:nvSpPr>
        <p:spPr>
          <a:xfrm>
            <a:off x="996696" y="4526280"/>
            <a:ext cx="9784080" cy="429768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400">
                <a:solidFill>
                  <a:srgbClr val="000000"/>
                </a:solidFill>
              </a:rPr>
              <a:t>Result: WSL falls back to another mode → often </a:t>
            </a:r>
            <a:r>
              <a:rPr sz="2400" b="1">
                <a:solidFill>
                  <a:srgbClr val="000000"/>
                </a:solidFill>
              </a:rPr>
              <a:t>no internet</a:t>
            </a:r>
            <a:r>
              <a:rPr sz="2400">
                <a:solidFill>
                  <a:srgbClr val="000000"/>
                </a:solidFill>
              </a:rPr>
              <a:t> in Ubuntu (</a:t>
            </a:r>
            <a:r>
              <a:rPr sz="2400">
                <a:solidFill>
                  <a:srgbClr val="B0006A"/>
                </a:solidFill>
                <a:latin typeface="Consolas"/>
              </a:rPr>
              <a:t>sudo apt update</a:t>
            </a:r>
            <a:r>
              <a:rPr sz="2400">
                <a:solidFill>
                  <a:srgbClr val="000000"/>
                </a:solidFill>
              </a:rPr>
              <a:t> fails)</a:t>
            </a:r>
          </a:p>
          <a:p>
            <a:pPr marL="571500" indent="-571500" algn="l">
              <a:spcAft>
                <a:spcPts val="1000"/>
              </a:spcAft>
              <a:buClr>
                <a:srgbClr val="000000"/>
              </a:buClr>
              <a:buFont typeface="Arial"/>
              <a:buChar char="•"/>
            </a:pPr>
            <a:r>
              <a:rPr sz="2400">
                <a:solidFill>
                  <a:srgbClr val="000000"/>
                </a:solidFill>
              </a:rPr>
              <a:t>First try: </a:t>
            </a:r>
            <a:r>
              <a:rPr sz="2400">
                <a:solidFill>
                  <a:srgbClr val="B0006A"/>
                </a:solidFill>
                <a:latin typeface="Consolas"/>
              </a:rPr>
              <a:t>wsl --update</a:t>
            </a:r>
            <a:r>
              <a:rPr sz="2400">
                <a:solidFill>
                  <a:srgbClr val="000000"/>
                </a:solidFill>
              </a:rPr>
              <a:t>, then </a:t>
            </a:r>
            <a:r>
              <a:rPr sz="2400">
                <a:solidFill>
                  <a:srgbClr val="B0006A"/>
                </a:solidFill>
                <a:latin typeface="Consolas"/>
              </a:rPr>
              <a:t>wsl --shutdown</a:t>
            </a:r>
            <a:r>
              <a:rPr sz="2400">
                <a:solidFill>
                  <a:srgbClr val="000000"/>
                </a:solidFill>
              </a:rPr>
              <a:t> and open Ubuntu again</a:t>
            </a:r>
          </a:p>
          <a:p>
            <a:pPr marL="571500" indent="-571500" algn="l">
              <a:spcAft>
                <a:spcPts val="1000"/>
              </a:spcAft>
              <a:buClr>
                <a:srgbClr val="000000"/>
              </a:buClr>
              <a:buFont typeface="Arial"/>
              <a:buChar char="•"/>
            </a:pPr>
            <a:r>
              <a:rPr sz="2400">
                <a:solidFill>
                  <a:srgbClr val="000000"/>
                </a:solidFill>
              </a:rPr>
              <a:t>Still failing? Use </a:t>
            </a:r>
            <a:r>
              <a:rPr sz="2400" b="1">
                <a:solidFill>
                  <a:srgbClr val="000000"/>
                </a:solidFill>
              </a:rPr>
              <a:t>NAT</a:t>
            </a:r>
            <a:r>
              <a:rPr sz="2400">
                <a:solidFill>
                  <a:srgbClr val="000000"/>
                </a:solidFill>
              </a:rPr>
              <a:t> in </a:t>
            </a:r>
            <a:r>
              <a:rPr sz="2400">
                <a:solidFill>
                  <a:srgbClr val="B0006A"/>
                </a:solidFill>
                <a:latin typeface="Consolas"/>
              </a:rPr>
              <a:t>.wslconfig</a:t>
            </a:r>
            <a:r>
              <a:rPr sz="2400">
                <a:solidFill>
                  <a:srgbClr val="000000"/>
                </a:solidFill>
              </a:rPr>
              <a:t> (see right), then </a:t>
            </a:r>
            <a:r>
              <a:rPr sz="2400">
                <a:solidFill>
                  <a:srgbClr val="B0006A"/>
                </a:solidFill>
                <a:latin typeface="Consolas"/>
              </a:rPr>
              <a:t>wsl --shutdown</a:t>
            </a:r>
            <a:r>
              <a:rPr sz="2400">
                <a:solidFill>
                  <a:srgbClr val="000000"/>
                </a:solidFill>
              </a:rPr>
              <a:t> again</a:t>
            </a:r>
          </a:p>
          <a:p>
            <a:pPr marL="571500" indent="-571500" algn="l">
              <a:spcAft>
                <a:spcPts val="1000"/>
              </a:spcAft>
              <a:buClr>
                <a:srgbClr val="000000"/>
              </a:buClr>
              <a:buFont typeface="Arial"/>
              <a:buChar char="•"/>
            </a:pPr>
            <a:r>
              <a:rPr sz="2400">
                <a:solidFill>
                  <a:srgbClr val="000000"/>
                </a:solidFill>
              </a:rPr>
              <a:t>Everything in this lab works with NAT, but Webots and the robot need extra steps → </a:t>
            </a:r>
            <a:r>
              <a:rPr sz="2400" b="1">
                <a:solidFill>
                  <a:srgbClr val="000000"/>
                </a:solidFill>
              </a:rPr>
              <a:t>tell the teacher</a:t>
            </a:r>
          </a:p>
        </p:txBody>
      </p:sp>
      <p:sp>
        <p:nvSpPr>
          <p:cNvPr id="16" name="Code"/>
          <p:cNvSpPr/>
          <p:nvPr/>
        </p:nvSpPr>
        <p:spPr>
          <a:xfrm>
            <a:off x="11247120" y="4526280"/>
            <a:ext cx="6035040" cy="1491487"/>
          </a:xfrm>
          <a:prstGeom prst="roundRect">
            <a:avLst>
              <a:gd name="adj" fmla="val 7356"/>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569CD6"/>
                </a:solidFill>
                <a:latin typeface="Consolas"/>
              </a:rPr>
              <a:t>[wsl2]</a:t>
            </a:r>
          </a:p>
          <a:p>
            <a:pPr algn="l">
              <a:lnSpc>
                <a:spcPct val="100000"/>
              </a:lnSpc>
            </a:pPr>
            <a:r>
              <a:rPr sz="2000">
                <a:solidFill>
                  <a:srgbClr val="D4D4D4"/>
                </a:solidFill>
                <a:latin typeface="Consolas"/>
              </a:rPr>
              <a:t>networkingMode=NAT</a:t>
            </a:r>
          </a:p>
          <a:p>
            <a:pPr algn="l">
              <a:lnSpc>
                <a:spcPct val="100000"/>
              </a:lnSpc>
            </a:pPr>
            <a:r>
              <a:rPr sz="2000">
                <a:solidFill>
                  <a:srgbClr val="D4D4D4"/>
                </a:solidFill>
                <a:latin typeface="Consolas"/>
              </a:rPr>
              <a:t>dnsTunneling=true</a:t>
            </a:r>
          </a:p>
          <a:p>
            <a:pPr algn="l">
              <a:lnSpc>
                <a:spcPct val="100000"/>
              </a:lnSpc>
            </a:pPr>
            <a:r>
              <a:rPr sz="2000">
                <a:solidFill>
                  <a:srgbClr val="D4D4D4"/>
                </a:solidFill>
                <a:latin typeface="Consolas"/>
              </a:rPr>
              <a:t>autoProxy=true</a:t>
            </a:r>
          </a:p>
        </p:txBody>
      </p:sp>
    </p:spTree>
    <p:extLst>
      <p:ext uri="{BB962C8B-B14F-4D97-AF65-F5344CB8AC3E}">
        <p14:creationId xmlns:p14="http://schemas.microsoft.com/office/powerpoint/2010/main" val="3579364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9991A-491A-332C-40F6-36524FBDEE5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427240-E50F-A013-A149-1336B734D118}"/>
              </a:ext>
            </a:extLst>
          </p:cNvPr>
          <p:cNvSpPr>
            <a:spLocks noGrp="1"/>
          </p:cNvSpPr>
          <p:nvPr>
            <p:ph type="sldNum" sz="quarter" idx="12"/>
          </p:nvPr>
        </p:nvSpPr>
        <p:spPr/>
        <p:txBody>
          <a:bodyPr/>
          <a:lstStyle/>
          <a:p>
            <a:fld id="{B7527A74-2D87-4307-9531-5A57D9647EEB}" type="slidenum">
              <a:rPr lang="nl-BE" smtClean="0"/>
              <a:pPr/>
              <a:t>27</a:t>
            </a:fld>
            <a:endParaRPr lang="nl-BE"/>
          </a:p>
        </p:txBody>
      </p:sp>
      <p:sp>
        <p:nvSpPr>
          <p:cNvPr id="4" name="Title 3">
            <a:extLst>
              <a:ext uri="{FF2B5EF4-FFF2-40B4-BE49-F238E27FC236}">
                <a16:creationId xmlns:a16="http://schemas.microsoft.com/office/drawing/2014/main" id="{6D9790C8-E0F0-4240-91D8-3C07B87813E5}"/>
              </a:ext>
            </a:extLst>
          </p:cNvPr>
          <p:cNvSpPr>
            <a:spLocks noGrp="1"/>
          </p:cNvSpPr>
          <p:nvPr>
            <p:ph type="title"/>
          </p:nvPr>
        </p:nvSpPr>
        <p:spPr/>
        <p:txBody>
          <a:bodyPr/>
          <a:lstStyle/>
          <a:p>
            <a:r>
              <a:rPr lang="en-US" dirty="0"/>
              <a:t>Step 3 – Connect VS Code to WSL</a:t>
            </a:r>
          </a:p>
        </p:txBody>
      </p:sp>
      <p:sp>
        <p:nvSpPr>
          <p:cNvPr id="5" name="Date Placeholder 4">
            <a:extLst>
              <a:ext uri="{FF2B5EF4-FFF2-40B4-BE49-F238E27FC236}">
                <a16:creationId xmlns:a16="http://schemas.microsoft.com/office/drawing/2014/main" id="{A2ABC872-34EF-4A62-6598-FDE44412D1C4}"/>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396F6BFC-6AF4-C996-D50D-15FD668D4351}"/>
              </a:ext>
            </a:extLst>
          </p:cNvPr>
          <p:cNvSpPr>
            <a:spLocks noGrp="1"/>
          </p:cNvSpPr>
          <p:nvPr>
            <p:ph type="ftr" sz="quarter" idx="11"/>
          </p:nvPr>
        </p:nvSpPr>
        <p:spPr/>
        <p:txBody>
          <a:bodyPr/>
          <a:lstStyle/>
          <a:p>
            <a:r>
              <a:rPr lang="en-US" dirty="0"/>
              <a:t>Robotics &amp; edge AI – Introduction to ROS 2</a:t>
            </a:r>
          </a:p>
        </p:txBody>
      </p:sp>
      <p:pic>
        <p:nvPicPr>
          <p:cNvPr id="10" name="Afbeelding 9">
            <a:extLst>
              <a:ext uri="{FF2B5EF4-FFF2-40B4-BE49-F238E27FC236}">
                <a16:creationId xmlns:a16="http://schemas.microsoft.com/office/drawing/2014/main" id="{8EDF0CC2-AD28-D08B-CC21-C8BE3169E20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601200" y="1783080"/>
            <a:ext cx="7680960" cy="4839684"/>
          </a:xfrm>
          <a:prstGeom prst="rect">
            <a:avLst/>
          </a:prstGeom>
        </p:spPr>
      </p:pic>
      <p:sp>
        <p:nvSpPr>
          <p:cNvPr id="11" name="TextBox 10"/>
          <p:cNvSpPr txBox="1"/>
          <p:nvPr/>
        </p:nvSpPr>
        <p:spPr>
          <a:xfrm>
            <a:off x="9601200" y="6732492"/>
            <a:ext cx="7680960" cy="457200"/>
          </a:xfrm>
          <a:prstGeom prst="rect">
            <a:avLst/>
          </a:prstGeom>
          <a:noFill/>
        </p:spPr>
        <p:txBody>
          <a:bodyPr wrap="square" lIns="0" tIns="0" rIns="0" bIns="0" anchor="t">
            <a:noAutofit/>
          </a:bodyPr>
          <a:lstStyle/>
          <a:p>
            <a:pPr marL="0" indent="0" algn="l">
              <a:spcAft>
                <a:spcPts val="600"/>
              </a:spcAft>
              <a:buNone/>
            </a:pPr>
            <a:r>
              <a:rPr sz="1600">
                <a:solidFill>
                  <a:srgbClr val="595959"/>
                </a:solidFill>
              </a:rPr>
              <a:t>VS Code connected to WSL: the window title shows [WSL: Ubuntu]</a:t>
            </a:r>
          </a:p>
        </p:txBody>
      </p:sp>
      <p:sp>
        <p:nvSpPr>
          <p:cNvPr id="12" name="TextBox 11"/>
          <p:cNvSpPr txBox="1"/>
          <p:nvPr/>
        </p:nvSpPr>
        <p:spPr>
          <a:xfrm>
            <a:off x="996696" y="1783080"/>
            <a:ext cx="8229600" cy="4663440"/>
          </a:xfrm>
          <a:prstGeom prst="rect">
            <a:avLst/>
          </a:prstGeom>
          <a:noFill/>
        </p:spPr>
        <p:txBody>
          <a:bodyPr wrap="square" lIns="0" tIns="0" rIns="0" bIns="0" anchor="t">
            <a:noAutofit/>
          </a:bodyPr>
          <a:lstStyle/>
          <a:p>
            <a:pPr marL="571500" indent="-571500" algn="l">
              <a:spcAft>
                <a:spcPts val="800"/>
              </a:spcAft>
              <a:buClr>
                <a:srgbClr val="000000"/>
              </a:buClr>
              <a:buFont typeface="+mj-lt"/>
              <a:buAutoNum type="arabicPeriod"/>
            </a:pPr>
            <a:r>
              <a:rPr sz="2400">
                <a:solidFill>
                  <a:srgbClr val="000000"/>
                </a:solidFill>
              </a:rPr>
              <a:t>Install </a:t>
            </a:r>
            <a:r>
              <a:rPr sz="2400" b="1">
                <a:solidFill>
                  <a:srgbClr val="000000"/>
                </a:solidFill>
              </a:rPr>
              <a:t>VS Code</a:t>
            </a:r>
            <a:r>
              <a:rPr sz="2400">
                <a:solidFill>
                  <a:srgbClr val="000000"/>
                </a:solidFill>
              </a:rPr>
              <a:t> on Windows: </a:t>
            </a:r>
            <a:r>
              <a:rPr sz="2400">
                <a:hlinkClick r:id="rId4"/>
              </a:rPr>
              <a:t>code.visualstudio.com</a:t>
            </a:r>
          </a:p>
          <a:p>
            <a:pPr marL="571500" indent="-571500" algn="l">
              <a:spcAft>
                <a:spcPts val="800"/>
              </a:spcAft>
              <a:buClr>
                <a:srgbClr val="000000"/>
              </a:buClr>
              <a:buFont typeface="+mj-lt"/>
              <a:buAutoNum type="arabicPeriod"/>
            </a:pPr>
            <a:r>
              <a:rPr sz="2400">
                <a:solidFill>
                  <a:srgbClr val="000000"/>
                </a:solidFill>
              </a:rPr>
              <a:t>Install the extension </a:t>
            </a:r>
            <a:r>
              <a:rPr sz="2400" b="1">
                <a:solidFill>
                  <a:srgbClr val="000000"/>
                </a:solidFill>
              </a:rPr>
              <a:t>WSL</a:t>
            </a:r>
            <a:r>
              <a:rPr sz="2400">
                <a:solidFill>
                  <a:srgbClr val="000000"/>
                </a:solidFill>
              </a:rPr>
              <a:t> (by Microsoft)</a:t>
            </a:r>
          </a:p>
          <a:p>
            <a:pPr marL="571500" indent="-571500" algn="l">
              <a:spcAft>
                <a:spcPts val="800"/>
              </a:spcAft>
              <a:buClr>
                <a:srgbClr val="000000"/>
              </a:buClr>
              <a:buFont typeface="+mj-lt"/>
              <a:buAutoNum type="arabicPeriod"/>
            </a:pPr>
            <a:r>
              <a:rPr sz="2400">
                <a:solidFill>
                  <a:srgbClr val="000000"/>
                </a:solidFill>
              </a:rPr>
              <a:t>Press </a:t>
            </a:r>
            <a:r>
              <a:rPr sz="2400">
                <a:solidFill>
                  <a:srgbClr val="B0006A"/>
                </a:solidFill>
                <a:latin typeface="Consolas"/>
              </a:rPr>
              <a:t>Ctrl+Shift+P</a:t>
            </a:r>
            <a:r>
              <a:rPr sz="2400">
                <a:solidFill>
                  <a:srgbClr val="000000"/>
                </a:solidFill>
              </a:rPr>
              <a:t> → </a:t>
            </a:r>
            <a:r>
              <a:rPr sz="2400" b="1">
                <a:solidFill>
                  <a:srgbClr val="000000"/>
                </a:solidFill>
              </a:rPr>
              <a:t>WSL: Connect to WSL using Distro...</a:t>
            </a:r>
            <a:r>
              <a:rPr sz="2400">
                <a:solidFill>
                  <a:srgbClr val="000000"/>
                </a:solidFill>
              </a:rPr>
              <a:t> → Ubuntu-24.04</a:t>
            </a:r>
          </a:p>
          <a:p>
            <a:pPr marL="571500" indent="-571500" algn="l">
              <a:spcAft>
                <a:spcPts val="800"/>
              </a:spcAft>
              <a:buClr>
                <a:srgbClr val="000000"/>
              </a:buClr>
              <a:buFont typeface="+mj-lt"/>
              <a:buAutoNum type="arabicPeriod"/>
            </a:pPr>
            <a:r>
              <a:rPr sz="2400">
                <a:solidFill>
                  <a:srgbClr val="000000"/>
                </a:solidFill>
              </a:rPr>
              <a:t>Check the bottom-left corner: </a:t>
            </a:r>
            <a:r>
              <a:rPr sz="2400" b="1">
                <a:solidFill>
                  <a:srgbClr val="000000"/>
                </a:solidFill>
              </a:rPr>
              <a:t>WSL: Ubuntu-24.04</a:t>
            </a:r>
          </a:p>
          <a:p>
            <a:pPr marL="571500" indent="-571500" algn="l">
              <a:spcAft>
                <a:spcPts val="800"/>
              </a:spcAft>
              <a:buClr>
                <a:srgbClr val="000000"/>
              </a:buClr>
              <a:buFont typeface="+mj-lt"/>
              <a:buAutoNum type="arabicPeriod"/>
            </a:pPr>
            <a:r>
              <a:rPr sz="2400">
                <a:solidFill>
                  <a:srgbClr val="000000"/>
                </a:solidFill>
              </a:rPr>
              <a:t>Open </a:t>
            </a:r>
            <a:r>
              <a:rPr sz="2400" b="1">
                <a:solidFill>
                  <a:srgbClr val="000000"/>
                </a:solidFill>
              </a:rPr>
              <a:t>Terminal → New Terminal</a:t>
            </a:r>
            <a:r>
              <a:rPr sz="2400">
                <a:solidFill>
                  <a:srgbClr val="000000"/>
                </a:solidFill>
              </a:rPr>
              <a:t>: a bash terminal </a:t>
            </a:r>
            <a:r>
              <a:rPr sz="2400" i="1">
                <a:solidFill>
                  <a:srgbClr val="000000"/>
                </a:solidFill>
              </a:rPr>
              <a:t>inside Ubuntu</a:t>
            </a:r>
          </a:p>
          <a:p>
            <a:pPr marL="571500" indent="-571500" algn="l">
              <a:spcAft>
                <a:spcPts val="800"/>
              </a:spcAft>
              <a:buClr>
                <a:srgbClr val="000000"/>
              </a:buClr>
              <a:buFont typeface="+mj-lt"/>
              <a:buAutoNum type="arabicPeriod"/>
            </a:pPr>
            <a:r>
              <a:rPr sz="2400">
                <a:solidFill>
                  <a:srgbClr val="000000"/>
                </a:solidFill>
              </a:rPr>
              <a:t>Install extensions </a:t>
            </a:r>
            <a:r>
              <a:rPr sz="2400" i="1">
                <a:solidFill>
                  <a:srgbClr val="000000"/>
                </a:solidFill>
              </a:rPr>
              <a:t>in WSL</a:t>
            </a:r>
            <a:r>
              <a:rPr sz="2400">
                <a:solidFill>
                  <a:srgbClr val="000000"/>
                </a:solidFill>
              </a:rPr>
              <a:t>: </a:t>
            </a:r>
            <a:r>
              <a:rPr sz="2400" b="1">
                <a:solidFill>
                  <a:srgbClr val="000000"/>
                </a:solidFill>
              </a:rPr>
              <a:t>Python</a:t>
            </a:r>
            <a:r>
              <a:rPr sz="2400">
                <a:solidFill>
                  <a:srgbClr val="000000"/>
                </a:solidFill>
              </a:rPr>
              <a:t> (Microsoft) and </a:t>
            </a:r>
            <a:r>
              <a:rPr sz="2400" b="1">
                <a:solidFill>
                  <a:srgbClr val="000000"/>
                </a:solidFill>
              </a:rPr>
              <a:t>Robot Developer Extensions for ROS 2</a:t>
            </a:r>
            <a:r>
              <a:rPr sz="2400">
                <a:solidFill>
                  <a:srgbClr val="000000"/>
                </a:solidFill>
              </a:rPr>
              <a:t> (Ranch Hand Robotics)</a:t>
            </a:r>
          </a:p>
        </p:txBody>
      </p:sp>
      <p:sp>
        <p:nvSpPr>
          <p:cNvPr id="13" name="Callout"/>
          <p:cNvSpPr/>
          <p:nvPr/>
        </p:nvSpPr>
        <p:spPr>
          <a:xfrm>
            <a:off x="996696" y="6583680"/>
            <a:ext cx="8229600" cy="1005840"/>
          </a:xfrm>
          <a:prstGeom prst="roundRect">
            <a:avLst>
              <a:gd name="adj" fmla="val 8000"/>
            </a:avLst>
          </a:prstGeom>
          <a:solidFill>
            <a:srgbClr val="FCE4F2"/>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000">
                <a:solidFill>
                  <a:srgbClr val="000000"/>
                </a:solidFill>
              </a:rPr>
              <a:t>Don’t install the old </a:t>
            </a:r>
            <a:r>
              <a:rPr sz="2000" b="1">
                <a:solidFill>
                  <a:srgbClr val="000000"/>
                </a:solidFill>
              </a:rPr>
              <a:t>ROS</a:t>
            </a:r>
            <a:r>
              <a:rPr sz="2000">
                <a:solidFill>
                  <a:srgbClr val="000000"/>
                </a:solidFill>
              </a:rPr>
              <a:t> extension by Microsoft: it is deprecated.</a:t>
            </a:r>
          </a:p>
        </p:txBody>
      </p:sp>
      <p:sp>
        <p:nvSpPr>
          <p:cNvPr id="14" name="Callout"/>
          <p:cNvSpPr/>
          <p:nvPr/>
        </p:nvSpPr>
        <p:spPr>
          <a:xfrm>
            <a:off x="996696" y="7726679"/>
            <a:ext cx="8229600" cy="1097280"/>
          </a:xfrm>
          <a:prstGeom prst="roundRect">
            <a:avLst>
              <a:gd name="adj" fmla="val 8000"/>
            </a:avLst>
          </a:prstGeom>
          <a:solidFill>
            <a:srgbClr val="E3F6F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000" b="1">
                <a:solidFill>
                  <a:srgbClr val="000000"/>
                </a:solidFill>
              </a:rPr>
              <a:t>Tip:</a:t>
            </a:r>
            <a:r>
              <a:rPr sz="2000">
                <a:solidFill>
                  <a:srgbClr val="000000"/>
                </a:solidFill>
              </a:rPr>
              <a:t> in an Ubuntu terminal, </a:t>
            </a:r>
            <a:r>
              <a:rPr sz="2000">
                <a:solidFill>
                  <a:srgbClr val="B0006A"/>
                </a:solidFill>
                <a:latin typeface="Consolas"/>
              </a:rPr>
              <a:t>code .</a:t>
            </a:r>
            <a:r>
              <a:rPr sz="2000">
                <a:solidFill>
                  <a:srgbClr val="000000"/>
                </a:solidFill>
              </a:rPr>
              <a:t> opens the current folder in VS Code.</a:t>
            </a:r>
          </a:p>
        </p:txBody>
      </p:sp>
    </p:spTree>
    <p:extLst>
      <p:ext uri="{BB962C8B-B14F-4D97-AF65-F5344CB8AC3E}">
        <p14:creationId xmlns:p14="http://schemas.microsoft.com/office/powerpoint/2010/main" val="1680472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E4A71-4242-B723-66DA-2B074E38176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644753-8B13-FDD3-55F5-2B7014406149}"/>
              </a:ext>
            </a:extLst>
          </p:cNvPr>
          <p:cNvSpPr>
            <a:spLocks noGrp="1"/>
          </p:cNvSpPr>
          <p:nvPr>
            <p:ph type="body" sz="quarter" idx="17"/>
          </p:nvPr>
        </p:nvSpPr>
        <p:spPr>
          <a:xfrm>
            <a:off x="996696" y="1783080"/>
            <a:ext cx="16294608" cy="1143000"/>
          </a:xfrm>
        </p:spPr>
        <p:txBody>
          <a:bodyPr/>
          <a:lstStyle/>
          <a:p>
            <a:pPr marL="571500" indent="-571500" algn="l">
              <a:spcAft>
                <a:spcPts val="600"/>
              </a:spcAft>
              <a:buClr>
                <a:srgbClr val="000000"/>
              </a:buClr>
              <a:buFont typeface="Arial"/>
              <a:buChar char="•"/>
            </a:pPr>
            <a:r>
              <a:rPr sz="2400" dirty="0"/>
              <a:t>From now on: type every command in the </a:t>
            </a:r>
            <a:r>
              <a:rPr sz="2400" b="1" dirty="0"/>
              <a:t>VS Code terminal</a:t>
            </a:r>
            <a:r>
              <a:rPr sz="2400" dirty="0"/>
              <a:t> (connected to WSL)</a:t>
            </a:r>
          </a:p>
          <a:p>
            <a:pPr marL="571500" indent="-571500" algn="l">
              <a:spcAft>
                <a:spcPts val="600"/>
              </a:spcAft>
              <a:buClr>
                <a:srgbClr val="000000"/>
              </a:buClr>
              <a:buFont typeface="Arial"/>
              <a:buChar char="•"/>
            </a:pPr>
            <a:r>
              <a:rPr sz="2400" dirty="0"/>
              <a:t>Official guide – </a:t>
            </a:r>
            <a:r>
              <a:rPr lang="en-GB" sz="2400" dirty="0">
                <a:highlight>
                  <a:srgbClr val="FFFF00"/>
                </a:highlight>
              </a:rPr>
              <a:t>follow these steps</a:t>
            </a:r>
            <a:r>
              <a:rPr sz="2400" dirty="0"/>
              <a:t>: </a:t>
            </a:r>
            <a:r>
              <a:rPr sz="2400" dirty="0">
                <a:hlinkClick r:id="rId3"/>
              </a:rPr>
              <a:t>docs.ros.org/</a:t>
            </a:r>
            <a:r>
              <a:rPr sz="2400" dirty="0" err="1">
                <a:hlinkClick r:id="rId3"/>
              </a:rPr>
              <a:t>en</a:t>
            </a:r>
            <a:r>
              <a:rPr sz="2400" dirty="0">
                <a:hlinkClick r:id="rId3"/>
              </a:rPr>
              <a:t>/jazzy/Installation/Ubuntu-Install-Debs.html</a:t>
            </a:r>
          </a:p>
        </p:txBody>
      </p:sp>
      <p:sp>
        <p:nvSpPr>
          <p:cNvPr id="3" name="Slide Number Placeholder 2">
            <a:extLst>
              <a:ext uri="{FF2B5EF4-FFF2-40B4-BE49-F238E27FC236}">
                <a16:creationId xmlns:a16="http://schemas.microsoft.com/office/drawing/2014/main" id="{5CCF8FDE-8D55-E1EF-FACB-BAAC1C92B500}"/>
              </a:ext>
            </a:extLst>
          </p:cNvPr>
          <p:cNvSpPr>
            <a:spLocks noGrp="1"/>
          </p:cNvSpPr>
          <p:nvPr>
            <p:ph type="sldNum" sz="quarter" idx="12"/>
          </p:nvPr>
        </p:nvSpPr>
        <p:spPr/>
        <p:txBody>
          <a:bodyPr/>
          <a:lstStyle/>
          <a:p>
            <a:fld id="{B7527A74-2D87-4307-9531-5A57D9647EEB}" type="slidenum">
              <a:rPr lang="nl-BE" smtClean="0"/>
              <a:pPr/>
              <a:t>28</a:t>
            </a:fld>
            <a:endParaRPr lang="nl-BE"/>
          </a:p>
        </p:txBody>
      </p:sp>
      <p:sp>
        <p:nvSpPr>
          <p:cNvPr id="4" name="Title 3">
            <a:extLst>
              <a:ext uri="{FF2B5EF4-FFF2-40B4-BE49-F238E27FC236}">
                <a16:creationId xmlns:a16="http://schemas.microsoft.com/office/drawing/2014/main" id="{9885BF38-6031-2536-A20E-AF7961A5C87E}"/>
              </a:ext>
            </a:extLst>
          </p:cNvPr>
          <p:cNvSpPr>
            <a:spLocks noGrp="1"/>
          </p:cNvSpPr>
          <p:nvPr>
            <p:ph type="title"/>
          </p:nvPr>
        </p:nvSpPr>
        <p:spPr/>
        <p:txBody>
          <a:bodyPr/>
          <a:lstStyle/>
          <a:p>
            <a:r>
              <a:rPr lang="en-US" dirty="0"/>
              <a:t>Step 4 – Install ROS 2 Jazzy (1/2)</a:t>
            </a:r>
          </a:p>
        </p:txBody>
      </p:sp>
      <p:sp>
        <p:nvSpPr>
          <p:cNvPr id="5" name="Date Placeholder 4">
            <a:extLst>
              <a:ext uri="{FF2B5EF4-FFF2-40B4-BE49-F238E27FC236}">
                <a16:creationId xmlns:a16="http://schemas.microsoft.com/office/drawing/2014/main" id="{E181C692-7240-0340-5FE9-88DE0E01F4F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7C4BFD4A-9B0C-525D-F1CB-6F962EDD96EB}"/>
              </a:ext>
            </a:extLst>
          </p:cNvPr>
          <p:cNvSpPr>
            <a:spLocks noGrp="1"/>
          </p:cNvSpPr>
          <p:nvPr>
            <p:ph type="ftr" sz="quarter" idx="11"/>
          </p:nvPr>
        </p:nvSpPr>
        <p:spPr/>
        <p:txBody>
          <a:bodyPr/>
          <a:lstStyle/>
          <a:p>
            <a:r>
              <a:rPr lang="en-US" dirty="0"/>
              <a:t>Robotics &amp; edge AI – Introduction to ROS 2</a:t>
            </a:r>
          </a:p>
        </p:txBody>
      </p:sp>
      <p:sp>
        <p:nvSpPr>
          <p:cNvPr id="7" name="TextBox 6"/>
          <p:cNvSpPr txBox="1"/>
          <p:nvPr/>
        </p:nvSpPr>
        <p:spPr>
          <a:xfrm>
            <a:off x="996696" y="3017520"/>
            <a:ext cx="16294608" cy="411480"/>
          </a:xfrm>
          <a:prstGeom prst="rect">
            <a:avLst/>
          </a:prstGeom>
          <a:noFill/>
        </p:spPr>
        <p:txBody>
          <a:bodyPr wrap="square" lIns="0" tIns="0" rIns="0" bIns="0" anchor="t">
            <a:noAutofit/>
          </a:bodyPr>
          <a:lstStyle/>
          <a:p>
            <a:pPr marL="0" indent="0" algn="l">
              <a:spcAft>
                <a:spcPts val="600"/>
              </a:spcAft>
              <a:buNone/>
            </a:pPr>
            <a:r>
              <a:rPr sz="2200" b="1">
                <a:solidFill>
                  <a:srgbClr val="000000"/>
                </a:solidFill>
              </a:rPr>
              <a:t>a) Make sure Ubuntu uses UTF-8</a:t>
            </a:r>
          </a:p>
        </p:txBody>
      </p:sp>
      <p:sp>
        <p:nvSpPr>
          <p:cNvPr id="9" name="TextBox 8"/>
          <p:cNvSpPr txBox="1"/>
          <p:nvPr/>
        </p:nvSpPr>
        <p:spPr>
          <a:xfrm>
            <a:off x="996696" y="5212080"/>
            <a:ext cx="16294608" cy="411480"/>
          </a:xfrm>
          <a:prstGeom prst="rect">
            <a:avLst/>
          </a:prstGeom>
          <a:noFill/>
        </p:spPr>
        <p:txBody>
          <a:bodyPr wrap="square" lIns="0" tIns="0" rIns="0" bIns="0" anchor="t">
            <a:noAutofit/>
          </a:bodyPr>
          <a:lstStyle/>
          <a:p>
            <a:pPr marL="0" indent="0" algn="l">
              <a:spcAft>
                <a:spcPts val="600"/>
              </a:spcAft>
              <a:buNone/>
            </a:pPr>
            <a:r>
              <a:rPr sz="2200" b="1">
                <a:solidFill>
                  <a:srgbClr val="000000"/>
                </a:solidFill>
              </a:rPr>
              <a:t>b) Add the ROS 2 package repository</a:t>
            </a:r>
            <a:r>
              <a:rPr sz="2200">
                <a:solidFill>
                  <a:srgbClr val="000000"/>
                </a:solidFill>
              </a:rPr>
              <a:t> (tells apt where to download ROS 2)</a:t>
            </a:r>
          </a:p>
        </p:txBody>
      </p:sp>
    </p:spTree>
    <p:extLst>
      <p:ext uri="{BB962C8B-B14F-4D97-AF65-F5344CB8AC3E}">
        <p14:creationId xmlns:p14="http://schemas.microsoft.com/office/powerpoint/2010/main" val="423141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4 – Install ROS 2 Jazzy (2/2)</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29</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9692640" cy="457200"/>
          </a:xfrm>
          <a:prstGeom prst="rect">
            <a:avLst/>
          </a:prstGeom>
          <a:noFill/>
        </p:spPr>
        <p:txBody>
          <a:bodyPr wrap="square" lIns="0" tIns="0" rIns="0" bIns="0" anchor="t">
            <a:noAutofit/>
          </a:bodyPr>
          <a:lstStyle/>
          <a:p>
            <a:pPr marL="0" indent="0" algn="l">
              <a:spcAft>
                <a:spcPts val="600"/>
              </a:spcAft>
              <a:buNone/>
            </a:pPr>
            <a:r>
              <a:rPr sz="2200" b="1">
                <a:solidFill>
                  <a:srgbClr val="000000"/>
                </a:solidFill>
              </a:rPr>
              <a:t>c) Install the development tools and ROS 2 Jazzy</a:t>
            </a:r>
          </a:p>
        </p:txBody>
      </p:sp>
      <p:sp>
        <p:nvSpPr>
          <p:cNvPr id="8" name="TextBox 7"/>
          <p:cNvSpPr txBox="1"/>
          <p:nvPr/>
        </p:nvSpPr>
        <p:spPr>
          <a:xfrm>
            <a:off x="996696" y="4206240"/>
            <a:ext cx="9692640" cy="457200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400" dirty="0">
                <a:solidFill>
                  <a:srgbClr val="000000"/>
                </a:solidFill>
              </a:rPr>
              <a:t>apt asks </a:t>
            </a:r>
            <a:r>
              <a:rPr sz="2400" i="1" dirty="0">
                <a:solidFill>
                  <a:srgbClr val="000000"/>
                </a:solidFill>
              </a:rPr>
              <a:t>Do you want to continue? [Y/n]</a:t>
            </a:r>
            <a:r>
              <a:rPr sz="2400" dirty="0">
                <a:solidFill>
                  <a:srgbClr val="000000"/>
                </a:solidFill>
              </a:rPr>
              <a:t> → press Enter (= yes)</a:t>
            </a:r>
          </a:p>
          <a:p>
            <a:pPr marL="571500" indent="-571500" algn="l">
              <a:spcAft>
                <a:spcPts val="1000"/>
              </a:spcAft>
              <a:buClr>
                <a:srgbClr val="000000"/>
              </a:buClr>
              <a:buFont typeface="Arial"/>
              <a:buChar char="•"/>
            </a:pPr>
            <a:r>
              <a:rPr sz="2400" dirty="0">
                <a:solidFill>
                  <a:srgbClr val="000000"/>
                </a:solidFill>
              </a:rPr>
              <a:t>An error? Read the </a:t>
            </a:r>
            <a:r>
              <a:rPr sz="2400" b="1" dirty="0">
                <a:solidFill>
                  <a:srgbClr val="000000"/>
                </a:solidFill>
              </a:rPr>
              <a:t>last lines</a:t>
            </a:r>
            <a:r>
              <a:rPr sz="2400" dirty="0">
                <a:solidFill>
                  <a:srgbClr val="000000"/>
                </a:solidFill>
              </a:rPr>
              <a:t> of the output (no internet? a typo?), fix it and run the command again</a:t>
            </a:r>
          </a:p>
          <a:p>
            <a:pPr marL="571500" indent="-571500" algn="l">
              <a:spcAft>
                <a:spcPts val="1000"/>
              </a:spcAft>
              <a:buClr>
                <a:srgbClr val="000000"/>
              </a:buClr>
              <a:buFont typeface="Arial"/>
              <a:buChar char="•"/>
            </a:pPr>
            <a:r>
              <a:rPr sz="2400" dirty="0">
                <a:solidFill>
                  <a:srgbClr val="000000"/>
                </a:solidFill>
              </a:rPr>
              <a:t>Done when </a:t>
            </a:r>
            <a:r>
              <a:rPr sz="2400" dirty="0">
                <a:solidFill>
                  <a:srgbClr val="B0006A"/>
                </a:solidFill>
                <a:latin typeface="Consolas"/>
              </a:rPr>
              <a:t>ls /opt/</a:t>
            </a:r>
            <a:r>
              <a:rPr sz="2400" dirty="0" err="1">
                <a:solidFill>
                  <a:srgbClr val="B0006A"/>
                </a:solidFill>
                <a:latin typeface="Consolas"/>
              </a:rPr>
              <a:t>ros</a:t>
            </a:r>
            <a:r>
              <a:rPr sz="2400" dirty="0">
                <a:solidFill>
                  <a:srgbClr val="000000"/>
                </a:solidFill>
              </a:rPr>
              <a:t> shows </a:t>
            </a:r>
            <a:r>
              <a:rPr sz="2400" b="1" dirty="0">
                <a:solidFill>
                  <a:srgbClr val="000000"/>
                </a:solidFill>
              </a:rPr>
              <a:t>jazzy</a:t>
            </a:r>
          </a:p>
        </p:txBody>
      </p:sp>
      <p:sp>
        <p:nvSpPr>
          <p:cNvPr id="9" name="Callout"/>
          <p:cNvSpPr/>
          <p:nvPr/>
        </p:nvSpPr>
        <p:spPr>
          <a:xfrm>
            <a:off x="11064240" y="1783080"/>
            <a:ext cx="6227064" cy="5394960"/>
          </a:xfrm>
          <a:prstGeom prst="roundRect">
            <a:avLst>
              <a:gd name="adj" fmla="val 2033"/>
            </a:avLst>
          </a:prstGeom>
          <a:solidFill>
            <a:srgbClr val="E3F6F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What did we just do?</a:t>
            </a:r>
          </a:p>
          <a:p>
            <a:pPr marL="571500" indent="-571500" algn="l">
              <a:spcAft>
                <a:spcPts val="400"/>
              </a:spcAft>
              <a:buClr>
                <a:srgbClr val="000000"/>
              </a:buClr>
              <a:buFont typeface="Arial"/>
              <a:buChar char="•"/>
            </a:pPr>
            <a:r>
              <a:rPr sz="2000" b="1">
                <a:solidFill>
                  <a:srgbClr val="000000"/>
                </a:solidFill>
              </a:rPr>
              <a:t>apt</a:t>
            </a:r>
            <a:r>
              <a:rPr sz="2000">
                <a:solidFill>
                  <a:srgbClr val="000000"/>
                </a:solidFill>
              </a:rPr>
              <a:t> = Ubuntu’s package manager (an app store for the terminal)</a:t>
            </a:r>
          </a:p>
          <a:p>
            <a:pPr marL="571500" indent="-571500" algn="l">
              <a:spcAft>
                <a:spcPts val="400"/>
              </a:spcAft>
              <a:buClr>
                <a:srgbClr val="000000"/>
              </a:buClr>
              <a:buFont typeface="Arial"/>
              <a:buChar char="•"/>
            </a:pPr>
            <a:r>
              <a:rPr sz="2000">
                <a:solidFill>
                  <a:srgbClr val="000000"/>
                </a:solidFill>
              </a:rPr>
              <a:t>Step b) added the ROS 2 </a:t>
            </a:r>
            <a:r>
              <a:rPr sz="2000" i="1">
                <a:solidFill>
                  <a:srgbClr val="000000"/>
                </a:solidFill>
              </a:rPr>
              <a:t>repository</a:t>
            </a:r>
            <a:r>
              <a:rPr sz="2000">
                <a:solidFill>
                  <a:srgbClr val="000000"/>
                </a:solidFill>
              </a:rPr>
              <a:t>: the server apt downloads ROS 2 from</a:t>
            </a:r>
          </a:p>
          <a:p>
            <a:pPr marL="571500" indent="-571500" algn="l">
              <a:spcAft>
                <a:spcPts val="400"/>
              </a:spcAft>
              <a:buClr>
                <a:srgbClr val="000000"/>
              </a:buClr>
              <a:buFont typeface="Arial"/>
              <a:buChar char="•"/>
            </a:pPr>
            <a:r>
              <a:rPr sz="2000" b="1">
                <a:solidFill>
                  <a:srgbClr val="000000"/>
                </a:solidFill>
              </a:rPr>
              <a:t>sudo</a:t>
            </a:r>
            <a:r>
              <a:rPr sz="2000">
                <a:solidFill>
                  <a:srgbClr val="000000"/>
                </a:solidFill>
              </a:rPr>
              <a:t> = run as administrator → asks your Ubuntu password</a:t>
            </a:r>
          </a:p>
          <a:p>
            <a:pPr marL="571500" indent="-571500" algn="l">
              <a:spcAft>
                <a:spcPts val="400"/>
              </a:spcAft>
              <a:buClr>
                <a:srgbClr val="000000"/>
              </a:buClr>
              <a:buFont typeface="Arial"/>
              <a:buChar char="•"/>
            </a:pPr>
            <a:r>
              <a:rPr sz="2000" b="1">
                <a:solidFill>
                  <a:srgbClr val="000000"/>
                </a:solidFill>
              </a:rPr>
              <a:t>ros-dev-tools</a:t>
            </a:r>
            <a:r>
              <a:rPr sz="2000">
                <a:solidFill>
                  <a:srgbClr val="000000"/>
                </a:solidFill>
              </a:rPr>
              <a:t>: build tools such as colcon and rosdep</a:t>
            </a:r>
          </a:p>
          <a:p>
            <a:pPr marL="571500" indent="-571500" algn="l">
              <a:spcAft>
                <a:spcPts val="400"/>
              </a:spcAft>
              <a:buClr>
                <a:srgbClr val="000000"/>
              </a:buClr>
              <a:buFont typeface="Arial"/>
              <a:buChar char="•"/>
            </a:pPr>
            <a:r>
              <a:rPr sz="2000" b="1">
                <a:solidFill>
                  <a:srgbClr val="000000"/>
                </a:solidFill>
              </a:rPr>
              <a:t>ros-jazzy-desktop</a:t>
            </a:r>
            <a:r>
              <a:rPr sz="2000">
                <a:solidFill>
                  <a:srgbClr val="000000"/>
                </a:solidFill>
              </a:rPr>
              <a:t>: ROS 2 + RViz + rqt + demos + turtlesim</a:t>
            </a:r>
          </a:p>
          <a:p>
            <a:pPr marL="571500" indent="-571500" algn="l">
              <a:spcAft>
                <a:spcPts val="400"/>
              </a:spcAft>
              <a:buClr>
                <a:srgbClr val="000000"/>
              </a:buClr>
              <a:buFont typeface="Arial"/>
              <a:buChar char="•"/>
            </a:pPr>
            <a:r>
              <a:rPr sz="2000">
                <a:solidFill>
                  <a:srgbClr val="000000"/>
                </a:solidFill>
              </a:rPr>
              <a:t>Everything ends up in </a:t>
            </a:r>
            <a:r>
              <a:rPr sz="2000" b="1">
                <a:solidFill>
                  <a:srgbClr val="000000"/>
                </a:solidFill>
              </a:rPr>
              <a:t>/opt/ros/jazzy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4 – Sourcing ROS 2</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30</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16294608" cy="228600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400" dirty="0">
                <a:solidFill>
                  <a:srgbClr val="000000"/>
                </a:solidFill>
              </a:rPr>
              <a:t>ROS 2 is installed in /opt/</a:t>
            </a:r>
            <a:r>
              <a:rPr sz="2400" dirty="0" err="1">
                <a:solidFill>
                  <a:srgbClr val="000000"/>
                </a:solidFill>
              </a:rPr>
              <a:t>ros</a:t>
            </a:r>
            <a:r>
              <a:rPr sz="2400" dirty="0">
                <a:solidFill>
                  <a:srgbClr val="000000"/>
                </a:solidFill>
              </a:rPr>
              <a:t>/jazzy: a new terminal doesn’t know the </a:t>
            </a:r>
            <a:r>
              <a:rPr sz="2400" dirty="0">
                <a:solidFill>
                  <a:srgbClr val="B0006A"/>
                </a:solidFill>
                <a:latin typeface="Consolas"/>
              </a:rPr>
              <a:t>ros2</a:t>
            </a:r>
            <a:r>
              <a:rPr sz="2400" dirty="0">
                <a:solidFill>
                  <a:srgbClr val="000000"/>
                </a:solidFill>
              </a:rPr>
              <a:t> command yet</a:t>
            </a:r>
          </a:p>
          <a:p>
            <a:pPr marL="571500" indent="-571500" algn="l">
              <a:spcAft>
                <a:spcPts val="1000"/>
              </a:spcAft>
              <a:buClr>
                <a:srgbClr val="000000"/>
              </a:buClr>
              <a:buFont typeface="Arial"/>
              <a:buChar char="•"/>
            </a:pPr>
            <a:r>
              <a:rPr sz="2400" dirty="0">
                <a:solidFill>
                  <a:srgbClr val="B0006A"/>
                </a:solidFill>
                <a:latin typeface="Consolas"/>
              </a:rPr>
              <a:t>source /opt/</a:t>
            </a:r>
            <a:r>
              <a:rPr sz="2400" dirty="0" err="1">
                <a:solidFill>
                  <a:srgbClr val="B0006A"/>
                </a:solidFill>
                <a:latin typeface="Consolas"/>
              </a:rPr>
              <a:t>ros</a:t>
            </a:r>
            <a:r>
              <a:rPr sz="2400" dirty="0">
                <a:solidFill>
                  <a:srgbClr val="B0006A"/>
                </a:solidFill>
                <a:latin typeface="Consolas"/>
              </a:rPr>
              <a:t>/jazzy/</a:t>
            </a:r>
            <a:r>
              <a:rPr sz="2400" dirty="0" err="1">
                <a:solidFill>
                  <a:srgbClr val="B0006A"/>
                </a:solidFill>
                <a:latin typeface="Consolas"/>
              </a:rPr>
              <a:t>setup.bash</a:t>
            </a:r>
            <a:r>
              <a:rPr sz="2400" dirty="0">
                <a:solidFill>
                  <a:srgbClr val="000000"/>
                </a:solidFill>
              </a:rPr>
              <a:t> prepares the </a:t>
            </a:r>
            <a:r>
              <a:rPr sz="2400" b="1" dirty="0">
                <a:solidFill>
                  <a:srgbClr val="000000"/>
                </a:solidFill>
              </a:rPr>
              <a:t>current terminal</a:t>
            </a:r>
            <a:r>
              <a:rPr sz="2400" dirty="0">
                <a:solidFill>
                  <a:srgbClr val="000000"/>
                </a:solidFill>
              </a:rPr>
              <a:t> (PATH, PYTHONPATH, ROS_DISTRO, …)</a:t>
            </a:r>
          </a:p>
          <a:p>
            <a:pPr marL="571500" indent="-571500" algn="l">
              <a:spcAft>
                <a:spcPts val="1000"/>
              </a:spcAft>
              <a:buClr>
                <a:srgbClr val="000000"/>
              </a:buClr>
              <a:buFont typeface="Arial"/>
              <a:buChar char="•"/>
            </a:pPr>
            <a:r>
              <a:rPr sz="2400" dirty="0">
                <a:solidFill>
                  <a:srgbClr val="000000"/>
                </a:solidFill>
              </a:rPr>
              <a:t>You need this in </a:t>
            </a:r>
            <a:r>
              <a:rPr sz="2400" b="1" dirty="0">
                <a:solidFill>
                  <a:srgbClr val="000000"/>
                </a:solidFill>
              </a:rPr>
              <a:t>every</a:t>
            </a:r>
            <a:r>
              <a:rPr sz="2400" dirty="0">
                <a:solidFill>
                  <a:srgbClr val="000000"/>
                </a:solidFill>
              </a:rPr>
              <a:t> terminal → add it to </a:t>
            </a:r>
            <a:r>
              <a:rPr sz="2400" b="1" dirty="0">
                <a:solidFill>
                  <a:srgbClr val="000000"/>
                </a:solidFill>
              </a:rPr>
              <a:t>~/.</a:t>
            </a:r>
            <a:r>
              <a:rPr sz="2400" b="1" dirty="0" err="1">
                <a:solidFill>
                  <a:srgbClr val="000000"/>
                </a:solidFill>
              </a:rPr>
              <a:t>bashrc</a:t>
            </a:r>
            <a:r>
              <a:rPr sz="2400" dirty="0">
                <a:solidFill>
                  <a:srgbClr val="000000"/>
                </a:solidFill>
              </a:rPr>
              <a:t>, a script that runs each time a terminal opens:</a:t>
            </a:r>
          </a:p>
        </p:txBody>
      </p:sp>
      <p:sp>
        <p:nvSpPr>
          <p:cNvPr id="8" name="Callout"/>
          <p:cNvSpPr/>
          <p:nvPr/>
        </p:nvSpPr>
        <p:spPr>
          <a:xfrm>
            <a:off x="996696" y="5212080"/>
            <a:ext cx="7955279" cy="1737360"/>
          </a:xfrm>
          <a:prstGeom prst="roundRect">
            <a:avLst>
              <a:gd name="adj" fmla="val 6315"/>
            </a:avLst>
          </a:prstGeom>
          <a:solidFill>
            <a:srgbClr val="FCE4F2"/>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Careful: &gt;&gt; versus &gt;</a:t>
            </a:r>
          </a:p>
          <a:p>
            <a:pPr marL="0" indent="0" algn="l">
              <a:spcAft>
                <a:spcPts val="400"/>
              </a:spcAft>
              <a:buNone/>
            </a:pPr>
            <a:r>
              <a:rPr sz="2000">
                <a:solidFill>
                  <a:srgbClr val="B0006A"/>
                </a:solidFill>
                <a:latin typeface="Consolas"/>
              </a:rPr>
              <a:t>&gt;&gt;</a:t>
            </a:r>
            <a:r>
              <a:rPr sz="2000">
                <a:solidFill>
                  <a:srgbClr val="000000"/>
                </a:solidFill>
              </a:rPr>
              <a:t> adds a line at the end of the file. A single </a:t>
            </a:r>
            <a:r>
              <a:rPr sz="2000">
                <a:solidFill>
                  <a:srgbClr val="B0006A"/>
                </a:solidFill>
                <a:latin typeface="Consolas"/>
              </a:rPr>
              <a:t>&gt;</a:t>
            </a:r>
            <a:r>
              <a:rPr sz="2000">
                <a:solidFill>
                  <a:srgbClr val="000000"/>
                </a:solidFill>
              </a:rPr>
              <a:t> replaces the whole file – your .bashrc is gone!</a:t>
            </a:r>
          </a:p>
        </p:txBody>
      </p:sp>
      <p:sp>
        <p:nvSpPr>
          <p:cNvPr id="9" name="Callout"/>
          <p:cNvSpPr/>
          <p:nvPr/>
        </p:nvSpPr>
        <p:spPr>
          <a:xfrm>
            <a:off x="9326880" y="5212080"/>
            <a:ext cx="7964424" cy="1737360"/>
          </a:xfrm>
          <a:prstGeom prst="roundRect">
            <a:avLst>
              <a:gd name="adj" fmla="val 6315"/>
            </a:avLst>
          </a:prstGeom>
          <a:solidFill>
            <a:srgbClr val="E3F6F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Look inside</a:t>
            </a:r>
          </a:p>
          <a:p>
            <a:pPr marL="0" indent="0" algn="l">
              <a:spcAft>
                <a:spcPts val="400"/>
              </a:spcAft>
              <a:buNone/>
            </a:pPr>
            <a:r>
              <a:rPr sz="2000">
                <a:solidFill>
                  <a:srgbClr val="B0006A"/>
                </a:solidFill>
                <a:latin typeface="Consolas"/>
              </a:rPr>
              <a:t>code ~/.bashrc</a:t>
            </a:r>
            <a:r>
              <a:rPr sz="2000">
                <a:solidFill>
                  <a:srgbClr val="000000"/>
                </a:solidFill>
              </a:rPr>
              <a:t> opens it in VS Code. Every source line should appear only once.</a:t>
            </a:r>
          </a:p>
        </p:txBody>
      </p:sp>
      <p:sp>
        <p:nvSpPr>
          <p:cNvPr id="10" name="Code"/>
          <p:cNvSpPr/>
          <p:nvPr/>
        </p:nvSpPr>
        <p:spPr>
          <a:xfrm>
            <a:off x="996696" y="3520440"/>
            <a:ext cx="10058400" cy="1491487"/>
          </a:xfrm>
          <a:prstGeom prst="roundRect">
            <a:avLst>
              <a:gd name="adj" fmla="val 7356"/>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dirty="0">
                <a:solidFill>
                  <a:srgbClr val="D4D4D4"/>
                </a:solidFill>
                <a:latin typeface="Consolas"/>
              </a:rPr>
              <a:t>echo "source /opt/</a:t>
            </a:r>
            <a:r>
              <a:rPr sz="2000" dirty="0" err="1">
                <a:solidFill>
                  <a:srgbClr val="D4D4D4"/>
                </a:solidFill>
                <a:latin typeface="Consolas"/>
              </a:rPr>
              <a:t>ros</a:t>
            </a:r>
            <a:r>
              <a:rPr sz="2000" dirty="0">
                <a:solidFill>
                  <a:srgbClr val="D4D4D4"/>
                </a:solidFill>
                <a:latin typeface="Consolas"/>
              </a:rPr>
              <a:t>/jazzy/</a:t>
            </a:r>
            <a:r>
              <a:rPr sz="2000" dirty="0" err="1">
                <a:solidFill>
                  <a:srgbClr val="D4D4D4"/>
                </a:solidFill>
                <a:latin typeface="Consolas"/>
              </a:rPr>
              <a:t>setup.bash</a:t>
            </a:r>
            <a:r>
              <a:rPr sz="2000" dirty="0">
                <a:solidFill>
                  <a:srgbClr val="D4D4D4"/>
                </a:solidFill>
                <a:latin typeface="Consolas"/>
              </a:rPr>
              <a:t>" &gt;&gt; ~/.</a:t>
            </a:r>
            <a:r>
              <a:rPr sz="2000" dirty="0" err="1">
                <a:solidFill>
                  <a:srgbClr val="D4D4D4"/>
                </a:solidFill>
                <a:latin typeface="Consolas"/>
              </a:rPr>
              <a:t>bashrc</a:t>
            </a:r>
            <a:endParaRPr sz="2000" dirty="0">
              <a:solidFill>
                <a:srgbClr val="D4D4D4"/>
              </a:solidFill>
              <a:latin typeface="Consolas"/>
            </a:endParaRPr>
          </a:p>
          <a:p>
            <a:pPr algn="l">
              <a:lnSpc>
                <a:spcPct val="100000"/>
              </a:lnSpc>
            </a:pPr>
            <a:r>
              <a:rPr sz="2000" dirty="0">
                <a:solidFill>
                  <a:srgbClr val="D4D4D4"/>
                </a:solidFill>
                <a:latin typeface="Consolas"/>
              </a:rPr>
              <a:t>echo "ros2 daemon start &gt; /dev/null 2&gt;&amp;1" &gt;&gt; ~/.</a:t>
            </a:r>
            <a:r>
              <a:rPr sz="2000" dirty="0" err="1">
                <a:solidFill>
                  <a:srgbClr val="D4D4D4"/>
                </a:solidFill>
                <a:latin typeface="Consolas"/>
              </a:rPr>
              <a:t>bashrc</a:t>
            </a:r>
            <a:endParaRPr sz="2000" dirty="0">
              <a:solidFill>
                <a:srgbClr val="D4D4D4"/>
              </a:solidFill>
              <a:latin typeface="Consolas"/>
            </a:endParaRPr>
          </a:p>
          <a:p>
            <a:pPr algn="l">
              <a:lnSpc>
                <a:spcPct val="100000"/>
              </a:lnSpc>
            </a:pPr>
            <a:r>
              <a:rPr sz="2000" dirty="0">
                <a:solidFill>
                  <a:srgbClr val="D4D4D4"/>
                </a:solidFill>
                <a:latin typeface="Consolas"/>
              </a:rPr>
              <a:t>source ~/.</a:t>
            </a:r>
            <a:r>
              <a:rPr sz="2000" dirty="0" err="1">
                <a:solidFill>
                  <a:srgbClr val="D4D4D4"/>
                </a:solidFill>
                <a:latin typeface="Consolas"/>
              </a:rPr>
              <a:t>bashrc</a:t>
            </a:r>
            <a:r>
              <a:rPr sz="2000" dirty="0">
                <a:solidFill>
                  <a:srgbClr val="D4D4D4"/>
                </a:solidFill>
                <a:latin typeface="Consolas"/>
              </a:rPr>
              <a:t>          </a:t>
            </a:r>
            <a:r>
              <a:rPr sz="2000" dirty="0">
                <a:solidFill>
                  <a:srgbClr val="6A9955"/>
                </a:solidFill>
                <a:latin typeface="Consolas"/>
              </a:rPr>
              <a:t># apply it to this terminal</a:t>
            </a:r>
          </a:p>
          <a:p>
            <a:pPr algn="l">
              <a:lnSpc>
                <a:spcPct val="100000"/>
              </a:lnSpc>
            </a:pPr>
            <a:r>
              <a:rPr sz="2000" dirty="0" err="1">
                <a:solidFill>
                  <a:srgbClr val="D4D4D4"/>
                </a:solidFill>
                <a:latin typeface="Consolas"/>
              </a:rPr>
              <a:t>printenv</a:t>
            </a:r>
            <a:r>
              <a:rPr sz="2000" dirty="0">
                <a:solidFill>
                  <a:srgbClr val="D4D4D4"/>
                </a:solidFill>
                <a:latin typeface="Consolas"/>
              </a:rPr>
              <a:t> ROS_DISTRO       </a:t>
            </a:r>
            <a:r>
              <a:rPr sz="2000" dirty="0">
                <a:solidFill>
                  <a:srgbClr val="6A9955"/>
                </a:solidFill>
                <a:latin typeface="Consolas"/>
              </a:rPr>
              <a:t># should print: jazzy</a:t>
            </a:r>
          </a:p>
        </p:txBody>
      </p:sp>
      <p:sp>
        <p:nvSpPr>
          <p:cNvPr id="11" name="TextBox 10"/>
          <p:cNvSpPr txBox="1"/>
          <p:nvPr/>
        </p:nvSpPr>
        <p:spPr>
          <a:xfrm>
            <a:off x="996696" y="7178040"/>
            <a:ext cx="9492010" cy="914400"/>
          </a:xfrm>
          <a:prstGeom prst="rect">
            <a:avLst/>
          </a:prstGeom>
          <a:noFill/>
        </p:spPr>
        <p:txBody>
          <a:bodyPr wrap="square" lIns="0" tIns="0" rIns="0" bIns="0" anchor="t">
            <a:noAutofit/>
          </a:bodyPr>
          <a:lstStyle/>
          <a:p>
            <a:pPr marL="0" indent="0" algn="l">
              <a:spcAft>
                <a:spcPts val="600"/>
              </a:spcAft>
              <a:buNone/>
            </a:pPr>
            <a:r>
              <a:rPr sz="2000">
                <a:solidFill>
                  <a:srgbClr val="595959"/>
                </a:solidFill>
              </a:rPr>
              <a:t>Line 2 starts the </a:t>
            </a:r>
            <a:r>
              <a:rPr sz="2000" b="1">
                <a:solidFill>
                  <a:srgbClr val="595959"/>
                </a:solidFill>
              </a:rPr>
              <a:t>ROS 2 daemon</a:t>
            </a:r>
            <a:r>
              <a:rPr sz="2000">
                <a:solidFill>
                  <a:srgbClr val="595959"/>
                </a:solidFill>
              </a:rPr>
              <a:t>: a background process that commands like </a:t>
            </a:r>
            <a:r>
              <a:rPr sz="2000">
                <a:solidFill>
                  <a:srgbClr val="B0006A"/>
                </a:solidFill>
                <a:latin typeface="Consolas"/>
              </a:rPr>
              <a:t>ros2 node list</a:t>
            </a:r>
            <a:r>
              <a:rPr sz="2000">
                <a:solidFill>
                  <a:srgbClr val="595959"/>
                </a:solidFill>
              </a:rPr>
              <a:t> ask for information. Why we start it ourselves: see </a:t>
            </a:r>
            <a:r>
              <a:rPr sz="2000" i="1">
                <a:solidFill>
                  <a:srgbClr val="595959"/>
                </a:solidFill>
              </a:rPr>
              <a:t>Troubleshooting</a:t>
            </a:r>
            <a:r>
              <a:rPr sz="2000">
                <a:solidFill>
                  <a:srgbClr val="595959"/>
                </a:solidFill>
              </a:rPr>
              <a:t> after the test.</a:t>
            </a:r>
          </a:p>
        </p:txBody>
      </p:sp>
      <p:pic>
        <p:nvPicPr>
          <p:cNvPr id="12" name="Picture 11">
            <a:extLst>
              <a:ext uri="{FF2B5EF4-FFF2-40B4-BE49-F238E27FC236}">
                <a16:creationId xmlns:a16="http://schemas.microsoft.com/office/drawing/2014/main" id="{FE1EB0A7-7AC5-02DA-4B63-345FF07A9530}"/>
              </a:ext>
            </a:extLst>
          </p:cNvPr>
          <p:cNvPicPr>
            <a:picLocks noChangeAspect="1"/>
          </p:cNvPicPr>
          <p:nvPr/>
        </p:nvPicPr>
        <p:blipFill>
          <a:blip r:embed="rId3"/>
          <a:stretch>
            <a:fillRect/>
          </a:stretch>
        </p:blipFill>
        <p:spPr>
          <a:xfrm>
            <a:off x="13375341" y="7062766"/>
            <a:ext cx="4896876" cy="322423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2249B-7B74-BDEF-5012-72F8DD46210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BC396E-455C-57F0-334A-55C92BC8FDCA}"/>
              </a:ext>
            </a:extLst>
          </p:cNvPr>
          <p:cNvSpPr>
            <a:spLocks noGrp="1"/>
          </p:cNvSpPr>
          <p:nvPr>
            <p:ph type="body" sz="quarter" idx="17"/>
          </p:nvPr>
        </p:nvSpPr>
        <p:spPr>
          <a:xfrm>
            <a:off x="996696" y="1783080"/>
            <a:ext cx="16294608" cy="2651760"/>
          </a:xfrm>
        </p:spPr>
        <p:txBody>
          <a:bodyPr/>
          <a:lstStyle/>
          <a:p>
            <a:pPr marL="571500" indent="-571500" algn="l">
              <a:spcAft>
                <a:spcPts val="600"/>
              </a:spcAft>
              <a:buClr>
                <a:srgbClr val="000000"/>
              </a:buClr>
              <a:buFont typeface="Arial"/>
              <a:buChar char="•"/>
            </a:pPr>
            <a:r>
              <a:rPr sz="2400" dirty="0"/>
              <a:t>Open a second terminal in VS Code (</a:t>
            </a:r>
            <a:r>
              <a:rPr sz="2400" b="1" dirty="0"/>
              <a:t>split terminal</a:t>
            </a:r>
            <a:r>
              <a:rPr sz="2400" dirty="0"/>
              <a:t> button, or Ctrl+Shift+5)</a:t>
            </a:r>
          </a:p>
          <a:p>
            <a:pPr marL="571500" indent="-571500" algn="l">
              <a:spcAft>
                <a:spcPts val="600"/>
              </a:spcAft>
              <a:buClr>
                <a:srgbClr val="000000"/>
              </a:buClr>
              <a:buFont typeface="Arial"/>
              <a:buChar char="•"/>
            </a:pPr>
            <a:r>
              <a:rPr sz="2400" dirty="0"/>
              <a:t>Terminal 1: </a:t>
            </a:r>
            <a:r>
              <a:rPr sz="2400" dirty="0">
                <a:solidFill>
                  <a:srgbClr val="B0006A"/>
                </a:solidFill>
                <a:latin typeface="Consolas"/>
              </a:rPr>
              <a:t>ros2 run </a:t>
            </a:r>
            <a:r>
              <a:rPr sz="2400" dirty="0" err="1">
                <a:solidFill>
                  <a:srgbClr val="B0006A"/>
                </a:solidFill>
                <a:latin typeface="Consolas"/>
              </a:rPr>
              <a:t>demo_nodes_cpp</a:t>
            </a:r>
            <a:r>
              <a:rPr sz="2400" dirty="0">
                <a:solidFill>
                  <a:srgbClr val="B0006A"/>
                </a:solidFill>
                <a:latin typeface="Consolas"/>
              </a:rPr>
              <a:t> talker</a:t>
            </a:r>
          </a:p>
          <a:p>
            <a:pPr marL="571500" indent="-571500" algn="l">
              <a:spcAft>
                <a:spcPts val="600"/>
              </a:spcAft>
              <a:buClr>
                <a:srgbClr val="000000"/>
              </a:buClr>
              <a:buFont typeface="Arial"/>
              <a:buChar char="•"/>
            </a:pPr>
            <a:r>
              <a:rPr sz="2400" dirty="0"/>
              <a:t>Terminal 2: </a:t>
            </a:r>
            <a:r>
              <a:rPr sz="2400" dirty="0">
                <a:solidFill>
                  <a:srgbClr val="B0006A"/>
                </a:solidFill>
                <a:latin typeface="Consolas"/>
              </a:rPr>
              <a:t>ros2 run </a:t>
            </a:r>
            <a:r>
              <a:rPr sz="2400" dirty="0" err="1">
                <a:solidFill>
                  <a:srgbClr val="B0006A"/>
                </a:solidFill>
                <a:latin typeface="Consolas"/>
              </a:rPr>
              <a:t>demo_nodes_py</a:t>
            </a:r>
            <a:r>
              <a:rPr sz="2400" dirty="0">
                <a:solidFill>
                  <a:srgbClr val="B0006A"/>
                </a:solidFill>
                <a:latin typeface="Consolas"/>
              </a:rPr>
              <a:t> listener</a:t>
            </a:r>
          </a:p>
          <a:p>
            <a:pPr marL="571500" indent="-571500" algn="l">
              <a:spcAft>
                <a:spcPts val="600"/>
              </a:spcAft>
              <a:buClr>
                <a:srgbClr val="000000"/>
              </a:buClr>
              <a:buFont typeface="Arial"/>
              <a:buChar char="•"/>
            </a:pPr>
            <a:r>
              <a:rPr sz="2400" dirty="0"/>
              <a:t>The talker (C++) and listener (Python) talk to each other → your installation works!</a:t>
            </a:r>
          </a:p>
          <a:p>
            <a:pPr marL="571500" indent="-571500" algn="l">
              <a:spcAft>
                <a:spcPts val="600"/>
              </a:spcAft>
              <a:buClr>
                <a:srgbClr val="000000"/>
              </a:buClr>
              <a:buFont typeface="Arial"/>
              <a:buChar char="•"/>
            </a:pPr>
            <a:r>
              <a:rPr sz="2400" dirty="0"/>
              <a:t>Stop a node with </a:t>
            </a:r>
            <a:r>
              <a:rPr sz="2400" b="1" dirty="0" err="1"/>
              <a:t>Ctrl+C</a:t>
            </a:r>
            <a:endParaRPr sz="2400" b="1" dirty="0"/>
          </a:p>
        </p:txBody>
      </p:sp>
      <p:sp>
        <p:nvSpPr>
          <p:cNvPr id="3" name="Slide Number Placeholder 2">
            <a:extLst>
              <a:ext uri="{FF2B5EF4-FFF2-40B4-BE49-F238E27FC236}">
                <a16:creationId xmlns:a16="http://schemas.microsoft.com/office/drawing/2014/main" id="{1F6A07B3-3322-E1FB-DD12-E66D6A692CD5}"/>
              </a:ext>
            </a:extLst>
          </p:cNvPr>
          <p:cNvSpPr>
            <a:spLocks noGrp="1"/>
          </p:cNvSpPr>
          <p:nvPr>
            <p:ph type="sldNum" sz="quarter" idx="12"/>
          </p:nvPr>
        </p:nvSpPr>
        <p:spPr/>
        <p:txBody>
          <a:bodyPr/>
          <a:lstStyle/>
          <a:p>
            <a:fld id="{B7527A74-2D87-4307-9531-5A57D9647EEB}" type="slidenum">
              <a:rPr lang="nl-BE" smtClean="0"/>
              <a:pPr/>
              <a:t>31</a:t>
            </a:fld>
            <a:endParaRPr lang="nl-BE"/>
          </a:p>
        </p:txBody>
      </p:sp>
      <p:sp>
        <p:nvSpPr>
          <p:cNvPr id="4" name="Title 3">
            <a:extLst>
              <a:ext uri="{FF2B5EF4-FFF2-40B4-BE49-F238E27FC236}">
                <a16:creationId xmlns:a16="http://schemas.microsoft.com/office/drawing/2014/main" id="{180928C9-59E8-9D9D-A42D-2B1289FA886B}"/>
              </a:ext>
            </a:extLst>
          </p:cNvPr>
          <p:cNvSpPr>
            <a:spLocks noGrp="1"/>
          </p:cNvSpPr>
          <p:nvPr>
            <p:ph type="title"/>
          </p:nvPr>
        </p:nvSpPr>
        <p:spPr/>
        <p:txBody>
          <a:bodyPr/>
          <a:lstStyle/>
          <a:p>
            <a:r>
              <a:rPr lang="en-US" dirty="0"/>
              <a:t>Step 4 – Test your installation</a:t>
            </a:r>
          </a:p>
        </p:txBody>
      </p:sp>
      <p:sp>
        <p:nvSpPr>
          <p:cNvPr id="5" name="Date Placeholder 4">
            <a:extLst>
              <a:ext uri="{FF2B5EF4-FFF2-40B4-BE49-F238E27FC236}">
                <a16:creationId xmlns:a16="http://schemas.microsoft.com/office/drawing/2014/main" id="{FDB9BFFE-57BE-29BB-2FF0-F3B683B74595}"/>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C45C1D50-53C1-E80B-8563-0E39A6F10BED}"/>
              </a:ext>
            </a:extLst>
          </p:cNvPr>
          <p:cNvSpPr>
            <a:spLocks noGrp="1"/>
          </p:cNvSpPr>
          <p:nvPr>
            <p:ph type="ftr" sz="quarter" idx="11"/>
          </p:nvPr>
        </p:nvSpPr>
        <p:spPr/>
        <p:txBody>
          <a:bodyPr/>
          <a:lstStyle/>
          <a:p>
            <a:r>
              <a:rPr lang="en-US" dirty="0"/>
              <a:t>Robotics &amp; edge AI – Introduction to ROS 2</a:t>
            </a:r>
          </a:p>
        </p:txBody>
      </p:sp>
      <p:pic>
        <p:nvPicPr>
          <p:cNvPr id="9" name="Afbeelding 8">
            <a:extLst>
              <a:ext uri="{FF2B5EF4-FFF2-40B4-BE49-F238E27FC236}">
                <a16:creationId xmlns:a16="http://schemas.microsoft.com/office/drawing/2014/main" id="{B3133925-2A00-A3A9-7666-CDAA1C1A503A}"/>
              </a:ext>
            </a:extLst>
          </p:cNvPr>
          <p:cNvPicPr>
            <a:picLocks noChangeAspect="1"/>
          </p:cNvPicPr>
          <p:nvPr/>
        </p:nvPicPr>
        <p:blipFill>
          <a:blip r:embed="rId3"/>
          <a:stretch>
            <a:fillRect/>
          </a:stretch>
        </p:blipFill>
        <p:spPr>
          <a:xfrm>
            <a:off x="1309489" y="4572000"/>
            <a:ext cx="15669020" cy="4343400"/>
          </a:xfrm>
          <a:prstGeom prst="rect">
            <a:avLst/>
          </a:prstGeom>
        </p:spPr>
      </p:pic>
    </p:spTree>
    <p:extLst>
      <p:ext uri="{BB962C8B-B14F-4D97-AF65-F5344CB8AC3E}">
        <p14:creationId xmlns:p14="http://schemas.microsoft.com/office/powerpoint/2010/main" val="27442874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4 – Troubleshooting: ros2 commands hang</a:t>
            </a:r>
          </a:p>
        </p:txBody>
      </p:sp>
      <p:sp>
        <p:nvSpPr>
          <p:cNvPr id="3" name="Slide Number Placeholder 2">
            <a:extLst>
              <a:ext uri="{FF2B5EF4-FFF2-40B4-BE49-F238E27FC236}">
                <a16:creationId xmlns:a16="http://schemas.microsoft.com/office/drawing/2014/main" id="{1F6A07B3-3322-E1FB-DD12-E66D6A692CD5}"/>
              </a:ext>
            </a:extLst>
          </p:cNvPr>
          <p:cNvSpPr>
            <a:spLocks noGrp="1"/>
          </p:cNvSpPr>
          <p:nvPr>
            <p:ph type="sldNum" sz="quarter" idx="12"/>
          </p:nvPr>
        </p:nvSpPr>
        <p:spPr/>
        <p:txBody>
          <a:bodyPr/>
          <a:lstStyle/>
          <a:p>
            <a:fld id="{B7527A74-2D87-4307-9531-5A57D9647EEB}" type="slidenum">
              <a:rPr lang="nl-BE" smtClean="0"/>
              <a:pPr/>
              <a:t>32</a:t>
            </a:fld>
            <a:endParaRPr lang="nl-BE"/>
          </a:p>
        </p:txBody>
      </p:sp>
      <p:sp>
        <p:nvSpPr>
          <p:cNvPr id="4" name="Date Placeholder 4">
            <a:extLst>
              <a:ext uri="{FF2B5EF4-FFF2-40B4-BE49-F238E27FC236}">
                <a16:creationId xmlns:a16="http://schemas.microsoft.com/office/drawing/2014/main" id="{FDB9BFFE-57BE-29BB-2FF0-F3B683B74595}"/>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C45C1D50-53C1-E80B-8563-0E39A6F10BED}"/>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16294608" cy="219456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400" b="1">
                <a:solidFill>
                  <a:srgbClr val="000000"/>
                </a:solidFill>
              </a:rPr>
              <a:t>Symptom:</a:t>
            </a:r>
            <a:r>
              <a:rPr sz="2400">
                <a:solidFill>
                  <a:srgbClr val="000000"/>
                </a:solidFill>
              </a:rPr>
              <a:t> </a:t>
            </a:r>
            <a:r>
              <a:rPr sz="2400">
                <a:solidFill>
                  <a:srgbClr val="B0006A"/>
                </a:solidFill>
                <a:latin typeface="Consolas"/>
              </a:rPr>
              <a:t>ros2 node list</a:t>
            </a:r>
            <a:r>
              <a:rPr sz="2400">
                <a:solidFill>
                  <a:srgbClr val="000000"/>
                </a:solidFill>
              </a:rPr>
              <a:t> or </a:t>
            </a:r>
            <a:r>
              <a:rPr sz="2400">
                <a:solidFill>
                  <a:srgbClr val="B0006A"/>
                </a:solidFill>
                <a:latin typeface="Consolas"/>
              </a:rPr>
              <a:t>ros2 topic list</a:t>
            </a:r>
            <a:r>
              <a:rPr sz="2400">
                <a:solidFill>
                  <a:srgbClr val="000000"/>
                </a:solidFill>
              </a:rPr>
              <a:t> takes about 2 minutes and ends with </a:t>
            </a:r>
            <a:r>
              <a:rPr sz="2400">
                <a:solidFill>
                  <a:srgbClr val="B0006A"/>
                </a:solidFill>
                <a:latin typeface="Consolas"/>
              </a:rPr>
              <a:t>TimeoutError: [Errno 110] Connection timed out</a:t>
            </a:r>
          </a:p>
          <a:p>
            <a:pPr marL="571500" indent="-571500" algn="l">
              <a:spcAft>
                <a:spcPts val="1000"/>
              </a:spcAft>
              <a:buClr>
                <a:srgbClr val="000000"/>
              </a:buClr>
              <a:buFont typeface="Arial"/>
              <a:buChar char="•"/>
            </a:pPr>
            <a:r>
              <a:rPr sz="2400" b="1">
                <a:solidFill>
                  <a:srgbClr val="000000"/>
                </a:solidFill>
              </a:rPr>
              <a:t>Cause:</a:t>
            </a:r>
            <a:r>
              <a:rPr sz="2400">
                <a:solidFill>
                  <a:srgbClr val="000000"/>
                </a:solidFill>
              </a:rPr>
              <a:t> these commands ask the </a:t>
            </a:r>
            <a:r>
              <a:rPr sz="2400" b="1">
                <a:solidFill>
                  <a:srgbClr val="000000"/>
                </a:solidFill>
              </a:rPr>
              <a:t>ROS 2 daemon</a:t>
            </a:r>
            <a:r>
              <a:rPr sz="2400">
                <a:solidFill>
                  <a:srgbClr val="000000"/>
                </a:solidFill>
              </a:rPr>
              <a:t> (a background process that keeps track of all nodes) via 127.0.0.1. Normally </a:t>
            </a:r>
            <a:r>
              <a:rPr sz="2400">
                <a:solidFill>
                  <a:srgbClr val="B0006A"/>
                </a:solidFill>
                <a:latin typeface="Consolas"/>
              </a:rPr>
              <a:t>ros2</a:t>
            </a:r>
            <a:r>
              <a:rPr sz="2400">
                <a:solidFill>
                  <a:srgbClr val="000000"/>
                </a:solidFill>
              </a:rPr>
              <a:t> starts the daemon itself, but with WSL mirrored networking that check can time out instead</a:t>
            </a:r>
          </a:p>
        </p:txBody>
      </p:sp>
      <p:sp>
        <p:nvSpPr>
          <p:cNvPr id="7" name="TextBox 6"/>
          <p:cNvSpPr txBox="1"/>
          <p:nvPr/>
        </p:nvSpPr>
        <p:spPr>
          <a:xfrm>
            <a:off x="996696" y="4206240"/>
            <a:ext cx="8046720" cy="457200"/>
          </a:xfrm>
          <a:prstGeom prst="rect">
            <a:avLst/>
          </a:prstGeom>
          <a:noFill/>
        </p:spPr>
        <p:txBody>
          <a:bodyPr wrap="square" lIns="0" tIns="0" rIns="0" bIns="0" anchor="t">
            <a:noAutofit/>
          </a:bodyPr>
          <a:lstStyle/>
          <a:p>
            <a:pPr marL="0" indent="0" algn="l">
              <a:spcAft>
                <a:spcPts val="600"/>
              </a:spcAft>
              <a:buNone/>
            </a:pPr>
            <a:r>
              <a:rPr sz="2200" b="1">
                <a:solidFill>
                  <a:srgbClr val="000000"/>
                </a:solidFill>
              </a:rPr>
              <a:t>Fix:</a:t>
            </a:r>
            <a:r>
              <a:rPr sz="2200">
                <a:solidFill>
                  <a:srgbClr val="000000"/>
                </a:solidFill>
              </a:rPr>
              <a:t> start the daemon yourself</a:t>
            </a:r>
          </a:p>
        </p:txBody>
      </p:sp>
      <p:sp>
        <p:nvSpPr>
          <p:cNvPr id="8" name="Code"/>
          <p:cNvSpPr/>
          <p:nvPr/>
        </p:nvSpPr>
        <p:spPr>
          <a:xfrm>
            <a:off x="996696" y="4709160"/>
            <a:ext cx="8046720" cy="892048"/>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D4D4D4"/>
                </a:solidFill>
                <a:latin typeface="Consolas"/>
              </a:rPr>
              <a:t>ros2 daemon start   </a:t>
            </a:r>
            <a:r>
              <a:rPr sz="2000">
                <a:solidFill>
                  <a:srgbClr val="6A9955"/>
                </a:solidFill>
                <a:latin typeface="Consolas"/>
              </a:rPr>
              <a:t># no effect if already running</a:t>
            </a:r>
          </a:p>
          <a:p>
            <a:pPr algn="l">
              <a:lnSpc>
                <a:spcPct val="100000"/>
              </a:lnSpc>
            </a:pPr>
            <a:r>
              <a:rPr sz="2000">
                <a:solidFill>
                  <a:srgbClr val="D4D4D4"/>
                </a:solidFill>
                <a:latin typeface="Consolas"/>
              </a:rPr>
              <a:t>ros2 node list      </a:t>
            </a:r>
            <a:r>
              <a:rPr sz="2000">
                <a:solidFill>
                  <a:srgbClr val="6A9955"/>
                </a:solidFill>
                <a:latin typeface="Consolas"/>
              </a:rPr>
              <a:t># now answers immediately</a:t>
            </a:r>
          </a:p>
        </p:txBody>
      </p:sp>
      <p:sp>
        <p:nvSpPr>
          <p:cNvPr id="9" name="TextBox 8"/>
          <p:cNvSpPr txBox="1"/>
          <p:nvPr/>
        </p:nvSpPr>
        <p:spPr>
          <a:xfrm>
            <a:off x="996696" y="5897880"/>
            <a:ext cx="8046720" cy="1097280"/>
          </a:xfrm>
          <a:prstGeom prst="rect">
            <a:avLst/>
          </a:prstGeom>
          <a:noFill/>
        </p:spPr>
        <p:txBody>
          <a:bodyPr wrap="square" lIns="0" tIns="0" rIns="0" bIns="0" anchor="t">
            <a:noAutofit/>
          </a:bodyPr>
          <a:lstStyle/>
          <a:p>
            <a:pPr marL="0" indent="0" algn="l">
              <a:spcAft>
                <a:spcPts val="600"/>
              </a:spcAft>
              <a:buNone/>
            </a:pPr>
            <a:r>
              <a:rPr sz="2000">
                <a:solidFill>
                  <a:srgbClr val="595959"/>
                </a:solidFill>
              </a:rPr>
              <a:t>We already added </a:t>
            </a:r>
            <a:r>
              <a:rPr sz="2000">
                <a:solidFill>
                  <a:srgbClr val="B0006A"/>
                </a:solidFill>
                <a:latin typeface="Consolas"/>
              </a:rPr>
              <a:t>ros2 daemon start</a:t>
            </a:r>
            <a:r>
              <a:rPr sz="2000">
                <a:solidFill>
                  <a:srgbClr val="595959"/>
                </a:solidFill>
              </a:rPr>
              <a:t> to ~/.bashrc (step 4), so every new terminal starts it.</a:t>
            </a:r>
          </a:p>
        </p:txBody>
      </p:sp>
      <p:sp>
        <p:nvSpPr>
          <p:cNvPr id="10" name="TextBox 9"/>
          <p:cNvSpPr txBox="1"/>
          <p:nvPr/>
        </p:nvSpPr>
        <p:spPr>
          <a:xfrm>
            <a:off x="9509760" y="4206240"/>
            <a:ext cx="7781544" cy="457200"/>
          </a:xfrm>
          <a:prstGeom prst="rect">
            <a:avLst/>
          </a:prstGeom>
          <a:noFill/>
        </p:spPr>
        <p:txBody>
          <a:bodyPr wrap="square" lIns="0" tIns="0" rIns="0" bIns="0" anchor="t">
            <a:noAutofit/>
          </a:bodyPr>
          <a:lstStyle/>
          <a:p>
            <a:pPr marL="0" indent="0" algn="l">
              <a:spcAft>
                <a:spcPts val="600"/>
              </a:spcAft>
              <a:buNone/>
            </a:pPr>
            <a:r>
              <a:rPr sz="2200" b="1">
                <a:solidFill>
                  <a:srgbClr val="000000"/>
                </a:solidFill>
              </a:rPr>
              <a:t>Still stuck?</a:t>
            </a:r>
          </a:p>
        </p:txBody>
      </p:sp>
      <p:sp>
        <p:nvSpPr>
          <p:cNvPr id="11" name="Code"/>
          <p:cNvSpPr/>
          <p:nvPr/>
        </p:nvSpPr>
        <p:spPr>
          <a:xfrm>
            <a:off x="9509760" y="4709160"/>
            <a:ext cx="7781544" cy="2180843"/>
          </a:xfrm>
          <a:prstGeom prst="roundRect">
            <a:avLst>
              <a:gd name="adj" fmla="val 5031"/>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1800">
                <a:solidFill>
                  <a:srgbClr val="6A9955"/>
                </a:solidFill>
                <a:latin typeface="Consolas"/>
              </a:rPr>
              <a:t># Daemon hangs (or you changed a ROS_ variable)?</a:t>
            </a:r>
          </a:p>
          <a:p>
            <a:pPr algn="l">
              <a:lnSpc>
                <a:spcPct val="100000"/>
              </a:lnSpc>
            </a:pPr>
            <a:r>
              <a:rPr sz="1800">
                <a:solidFill>
                  <a:srgbClr val="D4D4D4"/>
                </a:solidFill>
                <a:latin typeface="Consolas"/>
              </a:rPr>
              <a:t>pkill -f _ros2_daemon</a:t>
            </a:r>
          </a:p>
          <a:p>
            <a:pPr algn="l">
              <a:lnSpc>
                <a:spcPct val="100000"/>
              </a:lnSpc>
            </a:pPr>
            <a:r>
              <a:rPr sz="1800">
                <a:solidFill>
                  <a:srgbClr val="D4D4D4"/>
                </a:solidFill>
                <a:latin typeface="Consolas"/>
              </a:rPr>
              <a:t>ros2 daemon start</a:t>
            </a:r>
          </a:p>
          <a:p>
            <a:pPr algn="l">
              <a:lnSpc>
                <a:spcPct val="100000"/>
              </a:lnSpc>
            </a:pPr>
            <a:r>
              <a:rPr sz="1800">
                <a:solidFill>
                  <a:srgbClr val="6A9955"/>
                </a:solidFill>
                <a:latin typeface="Consolas"/>
              </a:rPr>
              <a:t># Skip the daemon (slower):</a:t>
            </a:r>
          </a:p>
          <a:p>
            <a:pPr algn="l">
              <a:lnSpc>
                <a:spcPct val="100000"/>
              </a:lnSpc>
            </a:pPr>
            <a:r>
              <a:rPr sz="1800">
                <a:solidFill>
                  <a:srgbClr val="D4D4D4"/>
                </a:solidFill>
                <a:latin typeface="Consolas"/>
              </a:rPr>
              <a:t>ros2 node list --no-daemon --spin-time 5</a:t>
            </a:r>
          </a:p>
          <a:p>
            <a:pPr algn="l">
              <a:lnSpc>
                <a:spcPct val="100000"/>
              </a:lnSpc>
            </a:pPr>
            <a:r>
              <a:rPr sz="1800">
                <a:solidFill>
                  <a:srgbClr val="6A9955"/>
                </a:solidFill>
                <a:latin typeface="Consolas"/>
              </a:rPr>
              <a:t># Listener hears nothing? In BOTH terminals:</a:t>
            </a:r>
          </a:p>
          <a:p>
            <a:pPr algn="l">
              <a:lnSpc>
                <a:spcPct val="100000"/>
              </a:lnSpc>
            </a:pPr>
            <a:r>
              <a:rPr sz="1800">
                <a:solidFill>
                  <a:srgbClr val="D4D4D4"/>
                </a:solidFill>
                <a:latin typeface="Consolas"/>
              </a:rPr>
              <a:t>export ROS_AUTOMATIC_DISCOVERY_RANGE=LOCALHOST</a:t>
            </a:r>
          </a:p>
        </p:txBody>
      </p:sp>
      <p:sp>
        <p:nvSpPr>
          <p:cNvPr id="12" name="TextBox 11"/>
          <p:cNvSpPr txBox="1"/>
          <p:nvPr/>
        </p:nvSpPr>
        <p:spPr>
          <a:xfrm>
            <a:off x="9509760" y="7086600"/>
            <a:ext cx="7781544" cy="1097280"/>
          </a:xfrm>
          <a:prstGeom prst="rect">
            <a:avLst/>
          </a:prstGeom>
          <a:noFill/>
        </p:spPr>
        <p:txBody>
          <a:bodyPr wrap="square" lIns="0" tIns="0" rIns="0" bIns="0" anchor="t">
            <a:noAutofit/>
          </a:bodyPr>
          <a:lstStyle/>
          <a:p>
            <a:pPr marL="0" indent="0" algn="l">
              <a:spcAft>
                <a:spcPts val="600"/>
              </a:spcAft>
              <a:buNone/>
            </a:pPr>
            <a:r>
              <a:rPr sz="2000">
                <a:solidFill>
                  <a:srgbClr val="595959"/>
                </a:solidFill>
              </a:rPr>
              <a:t>Listener works now? Then the network blocks discovery → check the firewall rules of step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FA4EA-CB28-FC93-6F1A-B569CC16ED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29BD171-CAB5-1F33-93F6-CCCB2EDF5C6F}"/>
              </a:ext>
            </a:extLst>
          </p:cNvPr>
          <p:cNvSpPr>
            <a:spLocks noGrp="1"/>
          </p:cNvSpPr>
          <p:nvPr>
            <p:ph type="body" sz="quarter" idx="17"/>
          </p:nvPr>
        </p:nvSpPr>
        <p:spPr>
          <a:xfrm>
            <a:off x="996696" y="1783080"/>
            <a:ext cx="16294608" cy="777240"/>
          </a:xfrm>
        </p:spPr>
        <p:txBody>
          <a:bodyPr/>
          <a:lstStyle/>
          <a:p>
            <a:pPr marL="571500" indent="-571500" algn="l">
              <a:spcAft>
                <a:spcPts val="600"/>
              </a:spcAft>
              <a:buClr>
                <a:srgbClr val="000000"/>
              </a:buClr>
              <a:buFont typeface="Arial"/>
              <a:buChar char="•"/>
            </a:pPr>
            <a:r>
              <a:rPr sz="2400"/>
              <a:t>A </a:t>
            </a:r>
            <a:r>
              <a:rPr sz="2400" b="1"/>
              <a:t>workspace</a:t>
            </a:r>
            <a:r>
              <a:rPr sz="2400"/>
              <a:t> is the folder with your own ROS 2 packages. Create it in your Linux home folder (~), not on C:</a:t>
            </a:r>
          </a:p>
        </p:txBody>
      </p:sp>
      <p:sp>
        <p:nvSpPr>
          <p:cNvPr id="3" name="Slide Number Placeholder 2">
            <a:extLst>
              <a:ext uri="{FF2B5EF4-FFF2-40B4-BE49-F238E27FC236}">
                <a16:creationId xmlns:a16="http://schemas.microsoft.com/office/drawing/2014/main" id="{CFADB384-1F9E-1DFD-CFEA-1D810AD738D8}"/>
              </a:ext>
            </a:extLst>
          </p:cNvPr>
          <p:cNvSpPr>
            <a:spLocks noGrp="1"/>
          </p:cNvSpPr>
          <p:nvPr>
            <p:ph type="sldNum" sz="quarter" idx="12"/>
          </p:nvPr>
        </p:nvSpPr>
        <p:spPr/>
        <p:txBody>
          <a:bodyPr/>
          <a:lstStyle/>
          <a:p>
            <a:fld id="{B7527A74-2D87-4307-9531-5A57D9647EEB}" type="slidenum">
              <a:rPr lang="nl-BE" smtClean="0"/>
              <a:pPr/>
              <a:t>33</a:t>
            </a:fld>
            <a:endParaRPr lang="nl-BE"/>
          </a:p>
        </p:txBody>
      </p:sp>
      <p:sp>
        <p:nvSpPr>
          <p:cNvPr id="4" name="Title 3">
            <a:extLst>
              <a:ext uri="{FF2B5EF4-FFF2-40B4-BE49-F238E27FC236}">
                <a16:creationId xmlns:a16="http://schemas.microsoft.com/office/drawing/2014/main" id="{9BC6D1E4-813E-8CFE-B069-A4A1C0116E71}"/>
              </a:ext>
            </a:extLst>
          </p:cNvPr>
          <p:cNvSpPr>
            <a:spLocks noGrp="1"/>
          </p:cNvSpPr>
          <p:nvPr>
            <p:ph type="title"/>
          </p:nvPr>
        </p:nvSpPr>
        <p:spPr/>
        <p:txBody>
          <a:bodyPr/>
          <a:lstStyle/>
          <a:p>
            <a:r>
              <a:rPr lang="en-US" dirty="0"/>
              <a:t>Step 5 – Create your workspace</a:t>
            </a:r>
          </a:p>
        </p:txBody>
      </p:sp>
      <p:sp>
        <p:nvSpPr>
          <p:cNvPr id="5" name="Date Placeholder 4">
            <a:extLst>
              <a:ext uri="{FF2B5EF4-FFF2-40B4-BE49-F238E27FC236}">
                <a16:creationId xmlns:a16="http://schemas.microsoft.com/office/drawing/2014/main" id="{050FD490-7D9A-912B-C534-2ABE011C6368}"/>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5365175F-036B-7C51-FDBF-0C14604AFD53}"/>
              </a:ext>
            </a:extLst>
          </p:cNvPr>
          <p:cNvSpPr>
            <a:spLocks noGrp="1"/>
          </p:cNvSpPr>
          <p:nvPr>
            <p:ph type="ftr" sz="quarter" idx="11"/>
          </p:nvPr>
        </p:nvSpPr>
        <p:spPr/>
        <p:txBody>
          <a:bodyPr/>
          <a:lstStyle/>
          <a:p>
            <a:r>
              <a:rPr lang="en-US" dirty="0"/>
              <a:t>Robotics &amp; edge AI – Introduction to ROS 2</a:t>
            </a:r>
          </a:p>
        </p:txBody>
      </p:sp>
      <p:sp>
        <p:nvSpPr>
          <p:cNvPr id="7" name="Code"/>
          <p:cNvSpPr/>
          <p:nvPr/>
        </p:nvSpPr>
        <p:spPr>
          <a:xfrm>
            <a:off x="996696" y="2651760"/>
            <a:ext cx="13075920" cy="2390647"/>
          </a:xfrm>
          <a:prstGeom prst="roundRect">
            <a:avLst>
              <a:gd name="adj" fmla="val 4589"/>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dirty="0" err="1">
                <a:solidFill>
                  <a:srgbClr val="D4D4D4"/>
                </a:solidFill>
                <a:latin typeface="Consolas"/>
              </a:rPr>
              <a:t>mkdir</a:t>
            </a:r>
            <a:r>
              <a:rPr sz="2000" dirty="0">
                <a:solidFill>
                  <a:srgbClr val="D4D4D4"/>
                </a:solidFill>
                <a:latin typeface="Consolas"/>
              </a:rPr>
              <a:t> -p ~/ros2_ws/</a:t>
            </a:r>
            <a:r>
              <a:rPr sz="2000" dirty="0" err="1">
                <a:solidFill>
                  <a:srgbClr val="D4D4D4"/>
                </a:solidFill>
                <a:latin typeface="Consolas"/>
              </a:rPr>
              <a:t>src</a:t>
            </a:r>
            <a:endParaRPr sz="2000" dirty="0">
              <a:solidFill>
                <a:srgbClr val="D4D4D4"/>
              </a:solidFill>
              <a:latin typeface="Consolas"/>
            </a:endParaRPr>
          </a:p>
          <a:p>
            <a:pPr algn="l">
              <a:lnSpc>
                <a:spcPct val="100000"/>
              </a:lnSpc>
            </a:pPr>
            <a:r>
              <a:rPr sz="2000" dirty="0">
                <a:solidFill>
                  <a:srgbClr val="D4D4D4"/>
                </a:solidFill>
                <a:latin typeface="Consolas"/>
              </a:rPr>
              <a:t>cd ~/ros2_ws</a:t>
            </a:r>
          </a:p>
          <a:p>
            <a:pPr algn="l">
              <a:lnSpc>
                <a:spcPct val="100000"/>
              </a:lnSpc>
            </a:pPr>
            <a:r>
              <a:rPr sz="2000" dirty="0" err="1">
                <a:solidFill>
                  <a:srgbClr val="D4D4D4"/>
                </a:solidFill>
                <a:latin typeface="Consolas"/>
              </a:rPr>
              <a:t>colcon</a:t>
            </a:r>
            <a:r>
              <a:rPr sz="2000" dirty="0">
                <a:solidFill>
                  <a:srgbClr val="D4D4D4"/>
                </a:solidFill>
                <a:latin typeface="Consolas"/>
              </a:rPr>
              <a:t> build          </a:t>
            </a:r>
            <a:r>
              <a:rPr sz="2000" dirty="0">
                <a:solidFill>
                  <a:srgbClr val="6A9955"/>
                </a:solidFill>
                <a:latin typeface="Consolas"/>
              </a:rPr>
              <a:t># creates the folders build, install and log</a:t>
            </a:r>
          </a:p>
          <a:p>
            <a:pPr algn="l">
              <a:lnSpc>
                <a:spcPct val="100000"/>
              </a:lnSpc>
            </a:pPr>
            <a:r>
              <a:rPr sz="2000" dirty="0">
                <a:solidFill>
                  <a:srgbClr val="D4D4D4"/>
                </a:solidFill>
                <a:latin typeface="Consolas"/>
              </a:rPr>
              <a:t>echo "source ~/ros2_ws/install/</a:t>
            </a:r>
            <a:r>
              <a:rPr sz="2000" dirty="0" err="1">
                <a:solidFill>
                  <a:srgbClr val="D4D4D4"/>
                </a:solidFill>
                <a:latin typeface="Consolas"/>
              </a:rPr>
              <a:t>setup.bash</a:t>
            </a:r>
            <a:r>
              <a:rPr sz="2000" dirty="0">
                <a:solidFill>
                  <a:srgbClr val="D4D4D4"/>
                </a:solidFill>
                <a:latin typeface="Consolas"/>
              </a:rPr>
              <a:t>" &gt;&gt; ~/.</a:t>
            </a:r>
            <a:r>
              <a:rPr sz="2000" dirty="0" err="1">
                <a:solidFill>
                  <a:srgbClr val="D4D4D4"/>
                </a:solidFill>
                <a:latin typeface="Consolas"/>
              </a:rPr>
              <a:t>bashrc</a:t>
            </a:r>
            <a:endParaRPr sz="2000" dirty="0">
              <a:solidFill>
                <a:srgbClr val="D4D4D4"/>
              </a:solidFill>
              <a:latin typeface="Consolas"/>
            </a:endParaRPr>
          </a:p>
          <a:p>
            <a:pPr algn="l">
              <a:lnSpc>
                <a:spcPct val="100000"/>
              </a:lnSpc>
            </a:pPr>
            <a:r>
              <a:rPr sz="2000" dirty="0">
                <a:solidFill>
                  <a:srgbClr val="D4D4D4"/>
                </a:solidFill>
                <a:latin typeface="Consolas"/>
              </a:rPr>
              <a:t>echo "source /</a:t>
            </a:r>
            <a:r>
              <a:rPr sz="2000" dirty="0" err="1">
                <a:solidFill>
                  <a:srgbClr val="D4D4D4"/>
                </a:solidFill>
                <a:latin typeface="Consolas"/>
              </a:rPr>
              <a:t>usr</a:t>
            </a:r>
            <a:r>
              <a:rPr sz="2000" dirty="0">
                <a:solidFill>
                  <a:srgbClr val="D4D4D4"/>
                </a:solidFill>
                <a:latin typeface="Consolas"/>
              </a:rPr>
              <a:t>/share/</a:t>
            </a:r>
            <a:r>
              <a:rPr sz="2000" dirty="0" err="1">
                <a:solidFill>
                  <a:srgbClr val="D4D4D4"/>
                </a:solidFill>
                <a:latin typeface="Consolas"/>
              </a:rPr>
              <a:t>colcon_argcomplete</a:t>
            </a:r>
            <a:r>
              <a:rPr sz="2000" dirty="0">
                <a:solidFill>
                  <a:srgbClr val="D4D4D4"/>
                </a:solidFill>
                <a:latin typeface="Consolas"/>
              </a:rPr>
              <a:t>/hook/</a:t>
            </a:r>
            <a:r>
              <a:rPr sz="2000" dirty="0" err="1">
                <a:solidFill>
                  <a:srgbClr val="D4D4D4"/>
                </a:solidFill>
                <a:latin typeface="Consolas"/>
              </a:rPr>
              <a:t>colcon-argcomplete.bash</a:t>
            </a:r>
            <a:r>
              <a:rPr sz="2000" dirty="0">
                <a:solidFill>
                  <a:srgbClr val="D4D4D4"/>
                </a:solidFill>
                <a:latin typeface="Consolas"/>
              </a:rPr>
              <a:t>" &gt;&gt; ~/.</a:t>
            </a:r>
            <a:r>
              <a:rPr sz="2000" dirty="0" err="1">
                <a:solidFill>
                  <a:srgbClr val="D4D4D4"/>
                </a:solidFill>
                <a:latin typeface="Consolas"/>
              </a:rPr>
              <a:t>bashrc</a:t>
            </a:r>
            <a:endParaRPr sz="2000" dirty="0">
              <a:solidFill>
                <a:srgbClr val="D4D4D4"/>
              </a:solidFill>
              <a:latin typeface="Consolas"/>
            </a:endParaRPr>
          </a:p>
          <a:p>
            <a:pPr algn="l">
              <a:lnSpc>
                <a:spcPct val="100000"/>
              </a:lnSpc>
            </a:pPr>
            <a:r>
              <a:rPr sz="2000" dirty="0">
                <a:solidFill>
                  <a:srgbClr val="D4D4D4"/>
                </a:solidFill>
                <a:latin typeface="Consolas"/>
              </a:rPr>
              <a:t>source ~/.</a:t>
            </a:r>
            <a:r>
              <a:rPr sz="2000" dirty="0" err="1">
                <a:solidFill>
                  <a:srgbClr val="D4D4D4"/>
                </a:solidFill>
                <a:latin typeface="Consolas"/>
              </a:rPr>
              <a:t>bashrc</a:t>
            </a:r>
            <a:endParaRPr sz="2000" dirty="0">
              <a:solidFill>
                <a:srgbClr val="D4D4D4"/>
              </a:solidFill>
              <a:latin typeface="Consolas"/>
            </a:endParaRPr>
          </a:p>
          <a:p>
            <a:pPr algn="l">
              <a:lnSpc>
                <a:spcPct val="100000"/>
              </a:lnSpc>
            </a:pPr>
            <a:r>
              <a:rPr sz="2000" dirty="0">
                <a:solidFill>
                  <a:srgbClr val="D4D4D4"/>
                </a:solidFill>
                <a:latin typeface="Consolas"/>
              </a:rPr>
              <a:t>code ~/ros2_ws        </a:t>
            </a:r>
            <a:r>
              <a:rPr sz="2000" dirty="0">
                <a:solidFill>
                  <a:srgbClr val="6A9955"/>
                </a:solidFill>
                <a:latin typeface="Consolas"/>
              </a:rPr>
              <a:t># open the workspace in VS Code</a:t>
            </a:r>
          </a:p>
        </p:txBody>
      </p:sp>
      <p:sp>
        <p:nvSpPr>
          <p:cNvPr id="8" name="TextBox 7"/>
          <p:cNvSpPr txBox="1"/>
          <p:nvPr/>
        </p:nvSpPr>
        <p:spPr>
          <a:xfrm>
            <a:off x="996696" y="5440680"/>
            <a:ext cx="16294608" cy="822960"/>
          </a:xfrm>
          <a:prstGeom prst="rect">
            <a:avLst/>
          </a:prstGeom>
          <a:noFill/>
        </p:spPr>
        <p:txBody>
          <a:bodyPr wrap="square" lIns="0" tIns="0" rIns="0" bIns="0" anchor="t">
            <a:noAutofit/>
          </a:bodyPr>
          <a:lstStyle/>
          <a:p>
            <a:pPr marL="0" indent="0" algn="l">
              <a:spcAft>
                <a:spcPts val="600"/>
              </a:spcAft>
              <a:buNone/>
            </a:pPr>
            <a:r>
              <a:rPr sz="2000">
                <a:solidFill>
                  <a:srgbClr val="595959"/>
                </a:solidFill>
              </a:rPr>
              <a:t>Line 4: ROS 2 also finds </a:t>
            </a:r>
            <a:r>
              <a:rPr sz="2000" i="1">
                <a:solidFill>
                  <a:srgbClr val="595959"/>
                </a:solidFill>
              </a:rPr>
              <a:t>your</a:t>
            </a:r>
            <a:r>
              <a:rPr sz="2000">
                <a:solidFill>
                  <a:srgbClr val="595959"/>
                </a:solidFill>
              </a:rPr>
              <a:t> packages in every new terminal.   Line 5: tab-completion for colcon.</a:t>
            </a:r>
          </a:p>
        </p:txBody>
      </p:sp>
      <p:sp>
        <p:nvSpPr>
          <p:cNvPr id="9" name="Callout"/>
          <p:cNvSpPr/>
          <p:nvPr/>
        </p:nvSpPr>
        <p:spPr>
          <a:xfrm>
            <a:off x="996696" y="6355080"/>
            <a:ext cx="7955279" cy="1737360"/>
          </a:xfrm>
          <a:prstGeom prst="roundRect">
            <a:avLst>
              <a:gd name="adj" fmla="val 6315"/>
            </a:avLst>
          </a:prstGeom>
          <a:solidFill>
            <a:srgbClr val="FCE4F2"/>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Never sudo colcon build</a:t>
            </a:r>
          </a:p>
          <a:p>
            <a:pPr marL="0" indent="0" algn="l">
              <a:spcAft>
                <a:spcPts val="400"/>
              </a:spcAft>
              <a:buNone/>
            </a:pPr>
            <a:r>
              <a:rPr sz="2000">
                <a:solidFill>
                  <a:srgbClr val="000000"/>
                </a:solidFill>
              </a:rPr>
              <a:t>The files become owned by root and every next build fails with “permission denied”.</a:t>
            </a:r>
          </a:p>
        </p:txBody>
      </p:sp>
      <p:sp>
        <p:nvSpPr>
          <p:cNvPr id="10" name="Callout"/>
          <p:cNvSpPr/>
          <p:nvPr/>
        </p:nvSpPr>
        <p:spPr>
          <a:xfrm>
            <a:off x="9326880" y="6355080"/>
            <a:ext cx="7964424" cy="1737360"/>
          </a:xfrm>
          <a:prstGeom prst="roundRect">
            <a:avLst>
              <a:gd name="adj" fmla="val 6315"/>
            </a:avLst>
          </a:prstGeom>
          <a:solidFill>
            <a:srgbClr val="E3F6F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noAutofit/>
          </a:bodyPr>
          <a:lstStyle/>
          <a:p>
            <a:pPr marL="0" indent="0" algn="l">
              <a:spcAft>
                <a:spcPts val="400"/>
              </a:spcAft>
              <a:buNone/>
            </a:pPr>
            <a:r>
              <a:rPr sz="2200" b="1">
                <a:solidFill>
                  <a:srgbClr val="000000"/>
                </a:solidFill>
              </a:rPr>
              <a:t>Why not on C:?</a:t>
            </a:r>
          </a:p>
          <a:p>
            <a:pPr marL="0" indent="0" algn="l">
              <a:spcAft>
                <a:spcPts val="400"/>
              </a:spcAft>
              <a:buNone/>
            </a:pPr>
            <a:r>
              <a:rPr sz="2000">
                <a:solidFill>
                  <a:srgbClr val="000000"/>
                </a:solidFill>
              </a:rPr>
              <a:t>Files inside Linux (~) are much faster for WSL and get the right Linux permissions.</a:t>
            </a:r>
          </a:p>
        </p:txBody>
      </p:sp>
    </p:spTree>
    <p:extLst>
      <p:ext uri="{BB962C8B-B14F-4D97-AF65-F5344CB8AC3E}">
        <p14:creationId xmlns:p14="http://schemas.microsoft.com/office/powerpoint/2010/main" val="3621617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Setup checklist</a:t>
            </a:r>
          </a:p>
        </p:txBody>
      </p:sp>
      <p:sp>
        <p:nvSpPr>
          <p:cNvPr id="3" name="Slide Number Placeholder 2">
            <a:extLst>
              <a:ext uri="{FF2B5EF4-FFF2-40B4-BE49-F238E27FC236}">
                <a16:creationId xmlns:a16="http://schemas.microsoft.com/office/drawing/2014/main" id="{CEEFBDDA-183C-32A2-A8F7-1F3094FEE945}"/>
              </a:ext>
            </a:extLst>
          </p:cNvPr>
          <p:cNvSpPr>
            <a:spLocks noGrp="1"/>
          </p:cNvSpPr>
          <p:nvPr>
            <p:ph type="sldNum" sz="quarter" idx="12"/>
          </p:nvPr>
        </p:nvSpPr>
        <p:spPr/>
        <p:txBody>
          <a:bodyPr/>
          <a:lstStyle/>
          <a:p>
            <a:fld id="{B7527A74-2D87-4307-9531-5A57D9647EEB}" type="slidenum">
              <a:rPr lang="nl-BE" smtClean="0"/>
              <a:pPr/>
              <a:t>34</a:t>
            </a:fld>
            <a:endParaRPr lang="nl-BE"/>
          </a:p>
        </p:txBody>
      </p:sp>
      <p:sp>
        <p:nvSpPr>
          <p:cNvPr id="4" name="Date Placeholder 4">
            <a:extLst>
              <a:ext uri="{FF2B5EF4-FFF2-40B4-BE49-F238E27FC236}">
                <a16:creationId xmlns:a16="http://schemas.microsoft.com/office/drawing/2014/main" id="{CB420A7B-EC25-50B2-60CD-0D40A2830949}"/>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5" name="Footer Placeholder 5">
            <a:extLst>
              <a:ext uri="{FF2B5EF4-FFF2-40B4-BE49-F238E27FC236}">
                <a16:creationId xmlns:a16="http://schemas.microsoft.com/office/drawing/2014/main" id="{3418763F-6BAB-C467-67B0-1479AFBCA7B5}"/>
              </a:ext>
            </a:extLst>
          </p:cNvPr>
          <p:cNvSpPr>
            <a:spLocks noGrp="1"/>
          </p:cNvSpPr>
          <p:nvPr>
            <p:ph type="ftr" sz="quarter" idx="11"/>
          </p:nvPr>
        </p:nvSpPr>
        <p:spPr/>
        <p:txBody>
          <a:bodyPr/>
          <a:lstStyle/>
          <a:p>
            <a:r>
              <a:rPr lang="en-US" dirty="0"/>
              <a:t>Robotics &amp; edge AI – Introduction to ROS 2</a:t>
            </a:r>
          </a:p>
        </p:txBody>
      </p:sp>
      <p:sp>
        <p:nvSpPr>
          <p:cNvPr id="6" name="TextBox 5"/>
          <p:cNvSpPr txBox="1"/>
          <p:nvPr/>
        </p:nvSpPr>
        <p:spPr>
          <a:xfrm>
            <a:off x="996696" y="1783080"/>
            <a:ext cx="16294608" cy="548640"/>
          </a:xfrm>
          <a:prstGeom prst="rect">
            <a:avLst/>
          </a:prstGeom>
          <a:noFill/>
        </p:spPr>
        <p:txBody>
          <a:bodyPr wrap="square" lIns="0" tIns="0" rIns="0" bIns="0" anchor="t">
            <a:noAutofit/>
          </a:bodyPr>
          <a:lstStyle/>
          <a:p>
            <a:pPr marL="0" indent="0" algn="l">
              <a:spcAft>
                <a:spcPts val="600"/>
              </a:spcAft>
              <a:buNone/>
            </a:pPr>
            <a:r>
              <a:rPr sz="2600">
                <a:solidFill>
                  <a:srgbClr val="000000"/>
                </a:solidFill>
              </a:rPr>
              <a:t>Before the next lab, all of this must work:</a:t>
            </a:r>
          </a:p>
        </p:txBody>
      </p:sp>
      <p:sp>
        <p:nvSpPr>
          <p:cNvPr id="7" name="Check 1"/>
          <p:cNvSpPr/>
          <p:nvPr/>
        </p:nvSpPr>
        <p:spPr>
          <a:xfrm>
            <a:off x="996696" y="2670048"/>
            <a:ext cx="640080" cy="64008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a:solidFill>
                  <a:srgbClr val="000000"/>
                </a:solidFill>
              </a:rPr>
              <a:t>✓</a:t>
            </a:r>
          </a:p>
        </p:txBody>
      </p:sp>
      <p:sp>
        <p:nvSpPr>
          <p:cNvPr id="8" name="TextBox 7"/>
          <p:cNvSpPr txBox="1"/>
          <p:nvPr/>
        </p:nvSpPr>
        <p:spPr>
          <a:xfrm>
            <a:off x="1956816" y="2560320"/>
            <a:ext cx="15334488" cy="859536"/>
          </a:xfrm>
          <a:prstGeom prst="rect">
            <a:avLst/>
          </a:prstGeom>
          <a:noFill/>
        </p:spPr>
        <p:txBody>
          <a:bodyPr wrap="square" lIns="0" tIns="0" rIns="0" bIns="0" anchor="ctr">
            <a:noAutofit/>
          </a:bodyPr>
          <a:lstStyle/>
          <a:p>
            <a:pPr marL="0" indent="0" algn="l">
              <a:spcAft>
                <a:spcPts val="600"/>
              </a:spcAft>
              <a:buNone/>
            </a:pPr>
            <a:r>
              <a:rPr sz="2400">
                <a:solidFill>
                  <a:srgbClr val="000000"/>
                </a:solidFill>
              </a:rPr>
              <a:t>In PowerShell, </a:t>
            </a:r>
            <a:r>
              <a:rPr sz="2400">
                <a:solidFill>
                  <a:srgbClr val="B0006A"/>
                </a:solidFill>
                <a:latin typeface="Consolas"/>
              </a:rPr>
              <a:t>wsl -l -v</a:t>
            </a:r>
            <a:r>
              <a:rPr sz="2400">
                <a:solidFill>
                  <a:srgbClr val="000000"/>
                </a:solidFill>
              </a:rPr>
              <a:t> shows </a:t>
            </a:r>
            <a:r>
              <a:rPr sz="2400" b="1">
                <a:solidFill>
                  <a:srgbClr val="000000"/>
                </a:solidFill>
              </a:rPr>
              <a:t>Ubuntu-24.04</a:t>
            </a:r>
            <a:r>
              <a:rPr sz="2400">
                <a:solidFill>
                  <a:srgbClr val="000000"/>
                </a:solidFill>
              </a:rPr>
              <a:t> with VERSION </a:t>
            </a:r>
            <a:r>
              <a:rPr sz="2400" b="1">
                <a:solidFill>
                  <a:srgbClr val="000000"/>
                </a:solidFill>
              </a:rPr>
              <a:t>2</a:t>
            </a:r>
          </a:p>
        </p:txBody>
      </p:sp>
      <p:sp>
        <p:nvSpPr>
          <p:cNvPr id="9" name="Check 2"/>
          <p:cNvSpPr/>
          <p:nvPr/>
        </p:nvSpPr>
        <p:spPr>
          <a:xfrm>
            <a:off x="996696" y="3694176"/>
            <a:ext cx="640080" cy="64008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a:solidFill>
                  <a:srgbClr val="000000"/>
                </a:solidFill>
              </a:rPr>
              <a:t>✓</a:t>
            </a:r>
          </a:p>
        </p:txBody>
      </p:sp>
      <p:sp>
        <p:nvSpPr>
          <p:cNvPr id="10" name="TextBox 9"/>
          <p:cNvSpPr txBox="1"/>
          <p:nvPr/>
        </p:nvSpPr>
        <p:spPr>
          <a:xfrm>
            <a:off x="1956816" y="3584448"/>
            <a:ext cx="15334488" cy="859536"/>
          </a:xfrm>
          <a:prstGeom prst="rect">
            <a:avLst/>
          </a:prstGeom>
          <a:noFill/>
        </p:spPr>
        <p:txBody>
          <a:bodyPr wrap="square" lIns="0" tIns="0" rIns="0" bIns="0" anchor="ctr">
            <a:noAutofit/>
          </a:bodyPr>
          <a:lstStyle/>
          <a:p>
            <a:pPr marL="0" indent="0" algn="l">
              <a:spcAft>
                <a:spcPts val="600"/>
              </a:spcAft>
              <a:buNone/>
            </a:pPr>
            <a:r>
              <a:rPr sz="2400">
                <a:solidFill>
                  <a:srgbClr val="000000"/>
                </a:solidFill>
              </a:rPr>
              <a:t>VS Code shows </a:t>
            </a:r>
            <a:r>
              <a:rPr sz="2400" b="1">
                <a:solidFill>
                  <a:srgbClr val="000000"/>
                </a:solidFill>
              </a:rPr>
              <a:t>WSL: Ubuntu-24.04</a:t>
            </a:r>
            <a:r>
              <a:rPr sz="2400">
                <a:solidFill>
                  <a:srgbClr val="000000"/>
                </a:solidFill>
              </a:rPr>
              <a:t> in the bottom-left corner</a:t>
            </a:r>
          </a:p>
        </p:txBody>
      </p:sp>
      <p:sp>
        <p:nvSpPr>
          <p:cNvPr id="11" name="Check 3"/>
          <p:cNvSpPr/>
          <p:nvPr/>
        </p:nvSpPr>
        <p:spPr>
          <a:xfrm>
            <a:off x="996696" y="4718304"/>
            <a:ext cx="640080" cy="64008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a:solidFill>
                  <a:srgbClr val="000000"/>
                </a:solidFill>
              </a:rPr>
              <a:t>✓</a:t>
            </a:r>
          </a:p>
        </p:txBody>
      </p:sp>
      <p:sp>
        <p:nvSpPr>
          <p:cNvPr id="12" name="TextBox 11"/>
          <p:cNvSpPr txBox="1"/>
          <p:nvPr/>
        </p:nvSpPr>
        <p:spPr>
          <a:xfrm>
            <a:off x="1956816" y="4608576"/>
            <a:ext cx="15334488" cy="859536"/>
          </a:xfrm>
          <a:prstGeom prst="rect">
            <a:avLst/>
          </a:prstGeom>
          <a:noFill/>
        </p:spPr>
        <p:txBody>
          <a:bodyPr wrap="square" lIns="0" tIns="0" rIns="0" bIns="0" anchor="ctr">
            <a:noAutofit/>
          </a:bodyPr>
          <a:lstStyle/>
          <a:p>
            <a:pPr marL="0" indent="0" algn="l">
              <a:spcAft>
                <a:spcPts val="600"/>
              </a:spcAft>
              <a:buNone/>
            </a:pPr>
            <a:r>
              <a:rPr sz="2400">
                <a:solidFill>
                  <a:srgbClr val="000000"/>
                </a:solidFill>
              </a:rPr>
              <a:t>In a new VS Code terminal, </a:t>
            </a:r>
            <a:r>
              <a:rPr sz="2400">
                <a:solidFill>
                  <a:srgbClr val="B0006A"/>
                </a:solidFill>
                <a:latin typeface="Consolas"/>
              </a:rPr>
              <a:t>printenv ROS_DISTRO</a:t>
            </a:r>
            <a:r>
              <a:rPr sz="2400">
                <a:solidFill>
                  <a:srgbClr val="000000"/>
                </a:solidFill>
              </a:rPr>
              <a:t> prints </a:t>
            </a:r>
            <a:r>
              <a:rPr sz="2400" b="1">
                <a:solidFill>
                  <a:srgbClr val="000000"/>
                </a:solidFill>
              </a:rPr>
              <a:t>jazzy</a:t>
            </a:r>
          </a:p>
        </p:txBody>
      </p:sp>
      <p:sp>
        <p:nvSpPr>
          <p:cNvPr id="13" name="Check 4"/>
          <p:cNvSpPr/>
          <p:nvPr/>
        </p:nvSpPr>
        <p:spPr>
          <a:xfrm>
            <a:off x="996696" y="5742432"/>
            <a:ext cx="640080" cy="64008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a:solidFill>
                  <a:srgbClr val="000000"/>
                </a:solidFill>
              </a:rPr>
              <a:t>✓</a:t>
            </a:r>
          </a:p>
        </p:txBody>
      </p:sp>
      <p:sp>
        <p:nvSpPr>
          <p:cNvPr id="14" name="TextBox 13"/>
          <p:cNvSpPr txBox="1"/>
          <p:nvPr/>
        </p:nvSpPr>
        <p:spPr>
          <a:xfrm>
            <a:off x="1956816" y="5632704"/>
            <a:ext cx="15334488" cy="859536"/>
          </a:xfrm>
          <a:prstGeom prst="rect">
            <a:avLst/>
          </a:prstGeom>
          <a:noFill/>
        </p:spPr>
        <p:txBody>
          <a:bodyPr wrap="square" lIns="0" tIns="0" rIns="0" bIns="0" anchor="ctr">
            <a:noAutofit/>
          </a:bodyPr>
          <a:lstStyle/>
          <a:p>
            <a:pPr marL="0" indent="0" algn="l">
              <a:spcAft>
                <a:spcPts val="600"/>
              </a:spcAft>
              <a:buNone/>
            </a:pPr>
            <a:r>
              <a:rPr sz="2400" dirty="0">
                <a:solidFill>
                  <a:srgbClr val="B0006A"/>
                </a:solidFill>
                <a:latin typeface="Consolas"/>
              </a:rPr>
              <a:t>ros2 run </a:t>
            </a:r>
            <a:r>
              <a:rPr sz="2400" dirty="0" err="1">
                <a:solidFill>
                  <a:srgbClr val="B0006A"/>
                </a:solidFill>
                <a:latin typeface="Consolas"/>
              </a:rPr>
              <a:t>demo_nodes_cpp</a:t>
            </a:r>
            <a:r>
              <a:rPr sz="2400" dirty="0">
                <a:solidFill>
                  <a:srgbClr val="B0006A"/>
                </a:solidFill>
                <a:latin typeface="Consolas"/>
              </a:rPr>
              <a:t> talker</a:t>
            </a:r>
            <a:r>
              <a:rPr sz="2400" dirty="0">
                <a:solidFill>
                  <a:srgbClr val="000000"/>
                </a:solidFill>
              </a:rPr>
              <a:t> and </a:t>
            </a:r>
            <a:r>
              <a:rPr sz="2400" dirty="0">
                <a:solidFill>
                  <a:srgbClr val="B0006A"/>
                </a:solidFill>
                <a:latin typeface="Consolas"/>
              </a:rPr>
              <a:t>ros2 run </a:t>
            </a:r>
            <a:r>
              <a:rPr sz="2400" dirty="0" err="1">
                <a:solidFill>
                  <a:srgbClr val="B0006A"/>
                </a:solidFill>
                <a:latin typeface="Consolas"/>
              </a:rPr>
              <a:t>demo_nodes_py</a:t>
            </a:r>
            <a:r>
              <a:rPr sz="2400" dirty="0">
                <a:solidFill>
                  <a:srgbClr val="B0006A"/>
                </a:solidFill>
                <a:latin typeface="Consolas"/>
              </a:rPr>
              <a:t> listener</a:t>
            </a:r>
            <a:r>
              <a:rPr sz="2400" dirty="0">
                <a:solidFill>
                  <a:srgbClr val="000000"/>
                </a:solidFill>
              </a:rPr>
              <a:t> talk to each other</a:t>
            </a:r>
          </a:p>
        </p:txBody>
      </p:sp>
      <p:sp>
        <p:nvSpPr>
          <p:cNvPr id="15" name="Check 5"/>
          <p:cNvSpPr/>
          <p:nvPr/>
        </p:nvSpPr>
        <p:spPr>
          <a:xfrm>
            <a:off x="996696" y="6766560"/>
            <a:ext cx="640080" cy="64008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a:solidFill>
                  <a:srgbClr val="000000"/>
                </a:solidFill>
              </a:rPr>
              <a:t>✓</a:t>
            </a:r>
          </a:p>
        </p:txBody>
      </p:sp>
      <p:sp>
        <p:nvSpPr>
          <p:cNvPr id="16" name="TextBox 15"/>
          <p:cNvSpPr txBox="1"/>
          <p:nvPr/>
        </p:nvSpPr>
        <p:spPr>
          <a:xfrm>
            <a:off x="1956816" y="6656832"/>
            <a:ext cx="15334488" cy="859536"/>
          </a:xfrm>
          <a:prstGeom prst="rect">
            <a:avLst/>
          </a:prstGeom>
          <a:noFill/>
        </p:spPr>
        <p:txBody>
          <a:bodyPr wrap="square" lIns="0" tIns="0" rIns="0" bIns="0" anchor="ctr">
            <a:noAutofit/>
          </a:bodyPr>
          <a:lstStyle/>
          <a:p>
            <a:pPr marL="0" indent="0" algn="l">
              <a:spcAft>
                <a:spcPts val="600"/>
              </a:spcAft>
              <a:buNone/>
            </a:pPr>
            <a:r>
              <a:rPr sz="2400">
                <a:solidFill>
                  <a:srgbClr val="B0006A"/>
                </a:solidFill>
                <a:latin typeface="Consolas"/>
              </a:rPr>
              <a:t>ls ~/ros2_ws</a:t>
            </a:r>
            <a:r>
              <a:rPr sz="2400">
                <a:solidFill>
                  <a:srgbClr val="000000"/>
                </a:solidFill>
              </a:rPr>
              <a:t> shows </a:t>
            </a:r>
            <a:r>
              <a:rPr sz="2400" b="1">
                <a:solidFill>
                  <a:srgbClr val="000000"/>
                </a:solidFill>
              </a:rPr>
              <a:t>build  install  log  src</a:t>
            </a:r>
          </a:p>
        </p:txBody>
      </p:sp>
      <p:sp>
        <p:nvSpPr>
          <p:cNvPr id="17" name="Check 6"/>
          <p:cNvSpPr/>
          <p:nvPr/>
        </p:nvSpPr>
        <p:spPr>
          <a:xfrm>
            <a:off x="996696" y="7790688"/>
            <a:ext cx="640080" cy="640080"/>
          </a:xfrm>
          <a:prstGeom prst="ellipse">
            <a:avLst/>
          </a:prstGeom>
          <a:solidFill>
            <a:srgbClr val="44C8F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400" b="1">
                <a:solidFill>
                  <a:srgbClr val="000000"/>
                </a:solidFill>
              </a:rPr>
              <a:t>✓</a:t>
            </a:r>
          </a:p>
        </p:txBody>
      </p:sp>
      <p:sp>
        <p:nvSpPr>
          <p:cNvPr id="18" name="TextBox 17"/>
          <p:cNvSpPr txBox="1"/>
          <p:nvPr/>
        </p:nvSpPr>
        <p:spPr>
          <a:xfrm>
            <a:off x="1956816" y="7680960"/>
            <a:ext cx="15334488" cy="859536"/>
          </a:xfrm>
          <a:prstGeom prst="rect">
            <a:avLst/>
          </a:prstGeom>
          <a:noFill/>
        </p:spPr>
        <p:txBody>
          <a:bodyPr wrap="square" lIns="0" tIns="0" rIns="0" bIns="0" anchor="ctr">
            <a:noAutofit/>
          </a:bodyPr>
          <a:lstStyle/>
          <a:p>
            <a:pPr marL="0" indent="0" algn="l">
              <a:spcAft>
                <a:spcPts val="600"/>
              </a:spcAft>
              <a:buNone/>
            </a:pPr>
            <a:r>
              <a:rPr sz="2400">
                <a:solidFill>
                  <a:srgbClr val="B0006A"/>
                </a:solidFill>
                <a:latin typeface="Consolas"/>
              </a:rPr>
              <a:t>hostname -I</a:t>
            </a:r>
            <a:r>
              <a:rPr sz="2400">
                <a:solidFill>
                  <a:srgbClr val="000000"/>
                </a:solidFill>
              </a:rPr>
              <a:t> in Ubuntu shows the same IP address as </a:t>
            </a:r>
            <a:r>
              <a:rPr sz="2400">
                <a:solidFill>
                  <a:srgbClr val="B0006A"/>
                </a:solidFill>
                <a:latin typeface="Consolas"/>
              </a:rPr>
              <a:t>ipconfig</a:t>
            </a:r>
            <a:r>
              <a:rPr sz="2400">
                <a:solidFill>
                  <a:srgbClr val="000000"/>
                </a:solidFill>
              </a:rPr>
              <a:t> in Windows (mirrored networking)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3FAC2-D17A-46B4-65D7-58D2B21AF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7E542-A9E0-668B-1A0C-C35AE369CF05}"/>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C5C08C20-8FC5-BFB0-2E00-0CCF24C3C0B6}"/>
              </a:ext>
            </a:extLst>
          </p:cNvPr>
          <p:cNvSpPr>
            <a:spLocks noGrp="1"/>
          </p:cNvSpPr>
          <p:nvPr>
            <p:ph type="subTitle" idx="1"/>
          </p:nvPr>
        </p:nvSpPr>
        <p:spPr/>
        <p:txBody>
          <a:bodyPr/>
          <a:lstStyle/>
          <a:p>
            <a:r>
              <a:rPr lang="en-GB" dirty="0"/>
              <a:t>Introduction robotics</a:t>
            </a:r>
          </a:p>
          <a:p>
            <a:r>
              <a:rPr dirty="0"/>
              <a:t>What is ROS?</a:t>
            </a:r>
          </a:p>
          <a:p>
            <a:r>
              <a:rPr dirty="0"/>
              <a:t>Setting up: WSL, VS Code and ROS 2 Jazzy</a:t>
            </a:r>
          </a:p>
          <a:p>
            <a:r>
              <a:rPr b="1" dirty="0"/>
              <a:t>First steps: prebuilt nodes, CLI and </a:t>
            </a:r>
            <a:r>
              <a:rPr b="1" dirty="0" err="1"/>
              <a:t>rqt</a:t>
            </a:r>
            <a:endParaRPr b="1" dirty="0"/>
          </a:p>
          <a:p>
            <a:r>
              <a:rPr dirty="0"/>
              <a:t>Workspaces and packages</a:t>
            </a:r>
          </a:p>
          <a:p>
            <a:r>
              <a:rPr dirty="0"/>
              <a:t>Writing our own nodes</a:t>
            </a:r>
          </a:p>
        </p:txBody>
      </p:sp>
    </p:spTree>
    <p:extLst>
      <p:ext uri="{BB962C8B-B14F-4D97-AF65-F5344CB8AC3E}">
        <p14:creationId xmlns:p14="http://schemas.microsoft.com/office/powerpoint/2010/main" val="1666246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962B-2ECE-B336-CBEB-921E3ED93C2D}"/>
            </a:ext>
          </a:extLst>
        </p:cNvPr>
        <p:cNvGrpSpPr/>
        <p:nvPr/>
      </p:nvGrpSpPr>
      <p:grpSpPr>
        <a:xfrm>
          <a:off x="0" y="0"/>
          <a:ext cx="0" cy="0"/>
          <a:chOff x="0" y="0"/>
          <a:chExt cx="0" cy="0"/>
        </a:xfrm>
      </p:grpSpPr>
      <p:pic>
        <p:nvPicPr>
          <p:cNvPr id="7" name="Picture 2">
            <a:extLst>
              <a:ext uri="{FF2B5EF4-FFF2-40B4-BE49-F238E27FC236}">
                <a16:creationId xmlns:a16="http://schemas.microsoft.com/office/drawing/2014/main" id="{F0CC91CD-385A-7FF0-43F2-3AA45D1B4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3169" y="2858453"/>
            <a:ext cx="11394831" cy="6404589"/>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D8BAB174-983F-BCE8-2C2A-EF61CB92420D}"/>
              </a:ext>
            </a:extLst>
          </p:cNvPr>
          <p:cNvSpPr>
            <a:spLocks noGrp="1"/>
          </p:cNvSpPr>
          <p:nvPr>
            <p:ph type="body" sz="quarter" idx="17"/>
          </p:nvPr>
        </p:nvSpPr>
        <p:spPr>
          <a:xfrm>
            <a:off x="998692" y="1850547"/>
            <a:ext cx="8145308" cy="7228139"/>
          </a:xfrm>
        </p:spPr>
        <p:txBody>
          <a:bodyPr/>
          <a:lstStyle/>
          <a:p>
            <a:pPr marL="457200" indent="-457200">
              <a:buFont typeface="Arial" panose="020B0604020202020204" pitchFamily="34" charset="0"/>
              <a:buChar char="•"/>
            </a:pPr>
            <a:r>
              <a:rPr lang="en-US" sz="3200" dirty="0"/>
              <a:t>Modular process that performs 1 specific computational task</a:t>
            </a:r>
          </a:p>
          <a:p>
            <a:pPr marL="457200" indent="-457200">
              <a:buFont typeface="Arial" panose="020B0604020202020204" pitchFamily="34" charset="0"/>
              <a:buChar char="•"/>
            </a:pPr>
            <a:r>
              <a:rPr lang="en-US" sz="3200" dirty="0"/>
              <a:t>Nodes run on their own and can be started/stopped independently </a:t>
            </a:r>
          </a:p>
          <a:p>
            <a:pPr marL="457200" indent="-457200">
              <a:buFont typeface="Arial" panose="020B0604020202020204" pitchFamily="34" charset="0"/>
              <a:buChar char="•"/>
            </a:pPr>
            <a:r>
              <a:rPr lang="en-US" sz="3200" dirty="0"/>
              <a:t>Multiple nodes can run on the same machine</a:t>
            </a:r>
          </a:p>
          <a:p>
            <a:pPr marL="457200" indent="-457200">
              <a:buFont typeface="Arial" panose="020B0604020202020204" pitchFamily="34" charset="0"/>
              <a:buChar char="•"/>
            </a:pPr>
            <a:r>
              <a:rPr lang="en-US" sz="3200" dirty="0"/>
              <a:t>If 1 node crashes, the others will continue</a:t>
            </a:r>
          </a:p>
          <a:p>
            <a:pPr marL="457200" indent="-457200">
              <a:buFont typeface="Arial" panose="020B0604020202020204" pitchFamily="34" charset="0"/>
              <a:buChar char="•"/>
            </a:pPr>
            <a:r>
              <a:rPr lang="en-US" sz="3200" dirty="0"/>
              <a:t>Nodes are reusable</a:t>
            </a:r>
          </a:p>
          <a:p>
            <a:endParaRPr lang="en-US" dirty="0"/>
          </a:p>
          <a:p>
            <a:endParaRPr lang="en-US" dirty="0"/>
          </a:p>
          <a:p>
            <a:pPr marL="571500" indent="-571500">
              <a:buFont typeface="Arial" panose="020B0604020202020204" pitchFamily="34" charset="0"/>
              <a:buChar char="•"/>
            </a:pPr>
            <a:endParaRPr lang="en-US" dirty="0"/>
          </a:p>
          <a:p>
            <a:endParaRPr lang="en-US" dirty="0"/>
          </a:p>
          <a:p>
            <a:endParaRPr lang="en-US" sz="2800" dirty="0">
              <a:solidFill>
                <a:srgbClr val="FF0000"/>
              </a:solidFill>
            </a:endParaRPr>
          </a:p>
        </p:txBody>
      </p:sp>
      <p:sp>
        <p:nvSpPr>
          <p:cNvPr id="3" name="Slide Number Placeholder 2">
            <a:extLst>
              <a:ext uri="{FF2B5EF4-FFF2-40B4-BE49-F238E27FC236}">
                <a16:creationId xmlns:a16="http://schemas.microsoft.com/office/drawing/2014/main" id="{A70351AC-021A-1935-C35F-7EA38BCACCDA}"/>
              </a:ext>
            </a:extLst>
          </p:cNvPr>
          <p:cNvSpPr>
            <a:spLocks noGrp="1"/>
          </p:cNvSpPr>
          <p:nvPr>
            <p:ph type="sldNum" sz="quarter" idx="12"/>
          </p:nvPr>
        </p:nvSpPr>
        <p:spPr/>
        <p:txBody>
          <a:bodyPr/>
          <a:lstStyle/>
          <a:p>
            <a:fld id="{B7527A74-2D87-4307-9531-5A57D9647EEB}" type="slidenum">
              <a:rPr lang="nl-BE" smtClean="0"/>
              <a:pPr/>
              <a:t>36</a:t>
            </a:fld>
            <a:endParaRPr lang="nl-BE"/>
          </a:p>
        </p:txBody>
      </p:sp>
      <p:sp>
        <p:nvSpPr>
          <p:cNvPr id="4" name="Title 3">
            <a:extLst>
              <a:ext uri="{FF2B5EF4-FFF2-40B4-BE49-F238E27FC236}">
                <a16:creationId xmlns:a16="http://schemas.microsoft.com/office/drawing/2014/main" id="{0FAE9834-F2B0-75E3-6BD2-D1002C4ADE50}"/>
              </a:ext>
            </a:extLst>
          </p:cNvPr>
          <p:cNvSpPr>
            <a:spLocks noGrp="1"/>
          </p:cNvSpPr>
          <p:nvPr>
            <p:ph type="title"/>
          </p:nvPr>
        </p:nvSpPr>
        <p:spPr/>
        <p:txBody>
          <a:bodyPr/>
          <a:lstStyle/>
          <a:p>
            <a:r>
              <a:rPr lang="en-US" dirty="0"/>
              <a:t>ROS2 nodes</a:t>
            </a:r>
          </a:p>
        </p:txBody>
      </p:sp>
      <p:sp>
        <p:nvSpPr>
          <p:cNvPr id="5" name="Date Placeholder 4">
            <a:extLst>
              <a:ext uri="{FF2B5EF4-FFF2-40B4-BE49-F238E27FC236}">
                <a16:creationId xmlns:a16="http://schemas.microsoft.com/office/drawing/2014/main" id="{8423350D-8EE7-A6E8-90BA-99C11A1168C7}"/>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5C5412BE-7E2B-7A04-E346-0CA8C618EE4A}"/>
              </a:ext>
            </a:extLst>
          </p:cNvPr>
          <p:cNvSpPr>
            <a:spLocks noGrp="1"/>
          </p:cNvSpPr>
          <p:nvPr>
            <p:ph type="ftr" sz="quarter" idx="11"/>
          </p:nvPr>
        </p:nvSpPr>
        <p:spPr/>
        <p:txBody>
          <a:bodyPr/>
          <a:lstStyle/>
          <a:p>
            <a:r>
              <a:rPr lang="en-US" dirty="0"/>
              <a:t>Robotics &amp; edge AI – Introduction to ROS 2</a:t>
            </a:r>
          </a:p>
        </p:txBody>
      </p:sp>
      <p:sp>
        <p:nvSpPr>
          <p:cNvPr id="9" name="Tekstvak 8">
            <a:extLst>
              <a:ext uri="{FF2B5EF4-FFF2-40B4-BE49-F238E27FC236}">
                <a16:creationId xmlns:a16="http://schemas.microsoft.com/office/drawing/2014/main" id="{E8660A78-A3B4-FC1E-4783-54A261E65355}"/>
              </a:ext>
            </a:extLst>
          </p:cNvPr>
          <p:cNvSpPr txBox="1"/>
          <p:nvPr/>
        </p:nvSpPr>
        <p:spPr>
          <a:xfrm>
            <a:off x="206620" y="8869536"/>
            <a:ext cx="12823580" cy="646331"/>
          </a:xfrm>
          <a:prstGeom prst="rect">
            <a:avLst/>
          </a:prstGeom>
          <a:noFill/>
        </p:spPr>
        <p:txBody>
          <a:bodyPr wrap="square">
            <a:spAutoFit/>
          </a:bodyPr>
          <a:lstStyle/>
          <a:p>
            <a:r>
              <a:rPr lang="en-US" dirty="0">
                <a:hlinkClick r:id="rId4"/>
              </a:rPr>
              <a:t>https://docs.ros.org/en/jazzy/Tutorials/Beginner-CLI-Tools/Understanding-ROS2-Nodes/Understanding-ROS2-Nodes.html</a:t>
            </a:r>
            <a:endParaRPr lang="en-US" dirty="0"/>
          </a:p>
          <a:p>
            <a:endParaRPr lang="en-US" dirty="0"/>
          </a:p>
        </p:txBody>
      </p:sp>
    </p:spTree>
    <p:extLst>
      <p:ext uri="{BB962C8B-B14F-4D97-AF65-F5344CB8AC3E}">
        <p14:creationId xmlns:p14="http://schemas.microsoft.com/office/powerpoint/2010/main" val="2423126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BF15-7D9C-A8B2-A61F-4016D0498924}"/>
            </a:ext>
          </a:extLst>
        </p:cNvPr>
        <p:cNvGrpSpPr/>
        <p:nvPr/>
      </p:nvGrpSpPr>
      <p:grpSpPr>
        <a:xfrm>
          <a:off x="0" y="0"/>
          <a:ext cx="0" cy="0"/>
          <a:chOff x="0" y="0"/>
          <a:chExt cx="0" cy="0"/>
        </a:xfrm>
      </p:grpSpPr>
      <p:pic>
        <p:nvPicPr>
          <p:cNvPr id="7" name="Picture 2">
            <a:extLst>
              <a:ext uri="{FF2B5EF4-FFF2-40B4-BE49-F238E27FC236}">
                <a16:creationId xmlns:a16="http://schemas.microsoft.com/office/drawing/2014/main" id="{6F2343B5-59AF-D3ED-4E92-6FD22104D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3169" y="2858453"/>
            <a:ext cx="11394831" cy="6404589"/>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DCF98017-0138-F0BF-D7AE-5FE9714FFDE2}"/>
              </a:ext>
            </a:extLst>
          </p:cNvPr>
          <p:cNvSpPr>
            <a:spLocks noGrp="1"/>
          </p:cNvSpPr>
          <p:nvPr>
            <p:ph type="body" sz="quarter" idx="17"/>
          </p:nvPr>
        </p:nvSpPr>
        <p:spPr>
          <a:xfrm>
            <a:off x="998691" y="1850547"/>
            <a:ext cx="11152277" cy="7228139"/>
          </a:xfrm>
        </p:spPr>
        <p:txBody>
          <a:bodyPr/>
          <a:lstStyle/>
          <a:p>
            <a:pPr marL="457200" indent="-457200" fontAlgn="ctr">
              <a:buFont typeface="Arial" panose="020B0604020202020204" pitchFamily="34" charset="0"/>
              <a:buChar char="•"/>
            </a:pPr>
            <a:r>
              <a:rPr lang="en-US" sz="3200" b="1" dirty="0"/>
              <a:t>Topics</a:t>
            </a:r>
            <a:r>
              <a:rPr lang="en-US" sz="3200" dirty="0"/>
              <a:t>: Asynchronous, many-to-many communication (publish/subscribe pattern)</a:t>
            </a:r>
          </a:p>
          <a:p>
            <a:pPr marL="457200" indent="-457200" fontAlgn="ctr">
              <a:buFont typeface="Arial" panose="020B0604020202020204" pitchFamily="34" charset="0"/>
              <a:buChar char="•"/>
            </a:pPr>
            <a:r>
              <a:rPr lang="en-US" sz="3200" b="1" dirty="0"/>
              <a:t>Services</a:t>
            </a:r>
            <a:r>
              <a:rPr lang="en-US" sz="3200" dirty="0"/>
              <a:t>: Synchronous, request/response communication</a:t>
            </a:r>
          </a:p>
          <a:p>
            <a:pPr marL="457200" indent="-457200" fontAlgn="ctr">
              <a:buFont typeface="Arial" panose="020B0604020202020204" pitchFamily="34" charset="0"/>
              <a:buChar char="•"/>
            </a:pPr>
            <a:r>
              <a:rPr lang="en-US" sz="3200" b="1" dirty="0"/>
              <a:t>Actions</a:t>
            </a:r>
            <a:r>
              <a:rPr lang="en-US" sz="3200" dirty="0"/>
              <a:t>: For long-running tasks with feedback and cancellation</a:t>
            </a:r>
          </a:p>
          <a:p>
            <a:pPr marL="457200" indent="-457200" fontAlgn="ctr">
              <a:buFont typeface="Arial" panose="020B0604020202020204" pitchFamily="34" charset="0"/>
              <a:buChar char="•"/>
            </a:pPr>
            <a:r>
              <a:rPr lang="en-US" sz="3200" b="1" dirty="0"/>
              <a:t>Parameters</a:t>
            </a:r>
            <a:r>
              <a:rPr lang="en-US" sz="3200" dirty="0"/>
              <a:t>: Configuration values that can be changed at runtime</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571500" indent="-5715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342900" indent="-342900">
              <a:buFont typeface="Arial" panose="020B0604020202020204" pitchFamily="34" charset="0"/>
              <a:buChar char="•"/>
            </a:pPr>
            <a:endParaRPr lang="en-US" sz="2400" dirty="0">
              <a:solidFill>
                <a:srgbClr val="FF0000"/>
              </a:solidFill>
            </a:endParaRPr>
          </a:p>
        </p:txBody>
      </p:sp>
      <p:sp>
        <p:nvSpPr>
          <p:cNvPr id="3" name="Slide Number Placeholder 2">
            <a:extLst>
              <a:ext uri="{FF2B5EF4-FFF2-40B4-BE49-F238E27FC236}">
                <a16:creationId xmlns:a16="http://schemas.microsoft.com/office/drawing/2014/main" id="{EFC4FDED-92B5-8613-BD91-4EAE32C2075B}"/>
              </a:ext>
            </a:extLst>
          </p:cNvPr>
          <p:cNvSpPr>
            <a:spLocks noGrp="1"/>
          </p:cNvSpPr>
          <p:nvPr>
            <p:ph type="sldNum" sz="quarter" idx="12"/>
          </p:nvPr>
        </p:nvSpPr>
        <p:spPr/>
        <p:txBody>
          <a:bodyPr/>
          <a:lstStyle/>
          <a:p>
            <a:fld id="{B7527A74-2D87-4307-9531-5A57D9647EEB}" type="slidenum">
              <a:rPr lang="nl-BE" smtClean="0"/>
              <a:pPr/>
              <a:t>37</a:t>
            </a:fld>
            <a:endParaRPr lang="nl-BE"/>
          </a:p>
        </p:txBody>
      </p:sp>
      <p:sp>
        <p:nvSpPr>
          <p:cNvPr id="4" name="Title 3">
            <a:extLst>
              <a:ext uri="{FF2B5EF4-FFF2-40B4-BE49-F238E27FC236}">
                <a16:creationId xmlns:a16="http://schemas.microsoft.com/office/drawing/2014/main" id="{BED74A98-C12A-CD0F-69E6-B58FB52FA38D}"/>
              </a:ext>
            </a:extLst>
          </p:cNvPr>
          <p:cNvSpPr>
            <a:spLocks noGrp="1"/>
          </p:cNvSpPr>
          <p:nvPr>
            <p:ph type="title"/>
          </p:nvPr>
        </p:nvSpPr>
        <p:spPr/>
        <p:txBody>
          <a:bodyPr/>
          <a:lstStyle/>
          <a:p>
            <a:r>
              <a:rPr lang="en-US" dirty="0"/>
              <a:t>ROS2 node communication mechanism</a:t>
            </a:r>
          </a:p>
        </p:txBody>
      </p:sp>
      <p:sp>
        <p:nvSpPr>
          <p:cNvPr id="5" name="Date Placeholder 4">
            <a:extLst>
              <a:ext uri="{FF2B5EF4-FFF2-40B4-BE49-F238E27FC236}">
                <a16:creationId xmlns:a16="http://schemas.microsoft.com/office/drawing/2014/main" id="{B56D6B9C-7116-AEA1-41DD-37A05FEB1D12}"/>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8B1D43D3-DCE8-E2EB-ADAD-74B622BEA46E}"/>
              </a:ext>
            </a:extLst>
          </p:cNvPr>
          <p:cNvSpPr>
            <a:spLocks noGrp="1"/>
          </p:cNvSpPr>
          <p:nvPr>
            <p:ph type="ftr" sz="quarter" idx="11"/>
          </p:nvPr>
        </p:nvSpPr>
        <p:spPr/>
        <p:txBody>
          <a:bodyPr/>
          <a:lstStyle/>
          <a:p>
            <a:r>
              <a:rPr lang="en-US" dirty="0"/>
              <a:t>Robotics &amp; edge AI – Introduction to ROS 2</a:t>
            </a:r>
          </a:p>
        </p:txBody>
      </p:sp>
      <p:sp>
        <p:nvSpPr>
          <p:cNvPr id="9" name="Tekstvak 8">
            <a:extLst>
              <a:ext uri="{FF2B5EF4-FFF2-40B4-BE49-F238E27FC236}">
                <a16:creationId xmlns:a16="http://schemas.microsoft.com/office/drawing/2014/main" id="{8B8ED397-C06B-9F21-D09A-E9344BEBC3F7}"/>
              </a:ext>
            </a:extLst>
          </p:cNvPr>
          <p:cNvSpPr txBox="1"/>
          <p:nvPr/>
        </p:nvSpPr>
        <p:spPr>
          <a:xfrm>
            <a:off x="206620" y="8869536"/>
            <a:ext cx="12823580" cy="646331"/>
          </a:xfrm>
          <a:prstGeom prst="rect">
            <a:avLst/>
          </a:prstGeom>
          <a:noFill/>
        </p:spPr>
        <p:txBody>
          <a:bodyPr wrap="square">
            <a:spAutoFit/>
          </a:bodyPr>
          <a:lstStyle/>
          <a:p>
            <a:r>
              <a:rPr lang="en-US" dirty="0">
                <a:hlinkClick r:id="rId4"/>
              </a:rPr>
              <a:t>https://docs.ros.org/en/jazzy/Tutorials/Beginner-CLI-Tools/Understanding-ROS2-Nodes/Understanding-ROS2-Nodes.html</a:t>
            </a:r>
            <a:endParaRPr lang="en-US" dirty="0"/>
          </a:p>
          <a:p>
            <a:endParaRPr lang="en-US" dirty="0"/>
          </a:p>
        </p:txBody>
      </p:sp>
    </p:spTree>
    <p:extLst>
      <p:ext uri="{BB962C8B-B14F-4D97-AF65-F5344CB8AC3E}">
        <p14:creationId xmlns:p14="http://schemas.microsoft.com/office/powerpoint/2010/main" val="2976322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63C78-79A4-7BDC-A1E4-4A25A62110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19D64DF-1ECB-2D40-8DE8-C8D4C9EB4A35}"/>
              </a:ext>
            </a:extLst>
          </p:cNvPr>
          <p:cNvSpPr>
            <a:spLocks noGrp="1"/>
          </p:cNvSpPr>
          <p:nvPr>
            <p:ph type="body" sz="quarter" idx="17"/>
          </p:nvPr>
        </p:nvSpPr>
        <p:spPr>
          <a:xfrm>
            <a:off x="998692" y="1850547"/>
            <a:ext cx="16995394" cy="7228139"/>
          </a:xfrm>
        </p:spPr>
        <p:txBody>
          <a:bodyPr/>
          <a:lstStyle/>
          <a:p>
            <a:pPr marL="457200" indent="-457200">
              <a:buFont typeface="Arial" panose="020B0604020202020204" pitchFamily="34" charset="0"/>
              <a:buChar char="•"/>
            </a:pPr>
            <a:r>
              <a:rPr lang="en-US" sz="3200" b="0" i="0" dirty="0">
                <a:effectLst/>
                <a:latin typeface="Calibri (Hoofdtekst)"/>
              </a:rPr>
              <a:t>The command </a:t>
            </a:r>
            <a:r>
              <a:rPr lang="en-US" sz="3200" b="0" i="0" dirty="0">
                <a:solidFill>
                  <a:srgbClr val="E74C3C"/>
                </a:solidFill>
                <a:effectLst/>
                <a:latin typeface="SFMono-Regular"/>
              </a:rPr>
              <a:t>ros2 run</a:t>
            </a:r>
            <a:r>
              <a:rPr lang="en-US" sz="3200" b="0" i="0" dirty="0">
                <a:solidFill>
                  <a:srgbClr val="404040"/>
                </a:solidFill>
                <a:effectLst/>
                <a:latin typeface="Lato" panose="020F0502020204030203" pitchFamily="34" charset="0"/>
              </a:rPr>
              <a:t> </a:t>
            </a:r>
            <a:r>
              <a:rPr lang="en-US" sz="3200" b="0" i="0" dirty="0">
                <a:effectLst/>
              </a:rPr>
              <a:t>launches an executable from a package.</a:t>
            </a:r>
          </a:p>
          <a:p>
            <a:pPr marL="457200" indent="-457200">
              <a:buFont typeface="Arial" panose="020B0604020202020204" pitchFamily="34" charset="0"/>
              <a:buChar char="•"/>
            </a:pPr>
            <a:r>
              <a:rPr lang="en-US" sz="3200" dirty="0"/>
              <a:t>ros2 run &lt;</a:t>
            </a:r>
            <a:r>
              <a:rPr lang="en-US" sz="3200" dirty="0" err="1"/>
              <a:t>package_name</a:t>
            </a:r>
            <a:r>
              <a:rPr lang="en-US" sz="3200" dirty="0"/>
              <a:t>&gt; &lt;</a:t>
            </a:r>
            <a:r>
              <a:rPr lang="en-US" sz="3200" dirty="0" err="1"/>
              <a:t>executable_name</a:t>
            </a:r>
            <a:r>
              <a:rPr lang="en-US" sz="3200" dirty="0"/>
              <a:t>&gt;</a:t>
            </a:r>
          </a:p>
          <a:p>
            <a:pPr marL="1143000" lvl="1" indent="-457200">
              <a:buFont typeface="Arial" panose="020B0604020202020204" pitchFamily="34" charset="0"/>
              <a:buChar char="•"/>
            </a:pPr>
            <a:r>
              <a:rPr lang="en-US" sz="3200" dirty="0"/>
              <a:t>ros2 run </a:t>
            </a:r>
            <a:r>
              <a:rPr lang="en-US" sz="3200" dirty="0" err="1"/>
              <a:t>turtlesim</a:t>
            </a:r>
            <a:r>
              <a:rPr lang="en-US" sz="3200" dirty="0"/>
              <a:t> </a:t>
            </a:r>
            <a:r>
              <a:rPr lang="en-US" sz="3200" dirty="0" err="1"/>
              <a:t>turtlesim_node</a:t>
            </a:r>
            <a:endParaRPr lang="en-US" sz="3200" dirty="0"/>
          </a:p>
          <a:p>
            <a:pPr marL="1828800" lvl="2" indent="-457200">
              <a:buFont typeface="Arial" panose="020B0604020202020204" pitchFamily="34" charset="0"/>
              <a:buChar char="•"/>
            </a:pPr>
            <a:r>
              <a:rPr lang="en-US" sz="2600" dirty="0"/>
              <a:t>Package name = </a:t>
            </a:r>
            <a:r>
              <a:rPr lang="en-US" sz="2600" dirty="0" err="1"/>
              <a:t>turtlesim</a:t>
            </a:r>
            <a:endParaRPr lang="en-US" sz="2600" dirty="0"/>
          </a:p>
          <a:p>
            <a:pPr marL="1828800" lvl="2" indent="-457200">
              <a:buFont typeface="Arial" panose="020B0604020202020204" pitchFamily="34" charset="0"/>
              <a:buChar char="•"/>
            </a:pPr>
            <a:r>
              <a:rPr lang="en-US" sz="2600" dirty="0"/>
              <a:t>Executable name = </a:t>
            </a:r>
            <a:r>
              <a:rPr lang="en-US" sz="2600" dirty="0" err="1"/>
              <a:t>turtlesim_node</a:t>
            </a:r>
            <a:endParaRPr lang="en-US" sz="2600" dirty="0"/>
          </a:p>
          <a:p>
            <a:pPr marL="1828800" lvl="2" indent="-457200">
              <a:buFont typeface="Arial" panose="020B0604020202020204" pitchFamily="34" charset="0"/>
              <a:buChar char="•"/>
            </a:pPr>
            <a:r>
              <a:rPr lang="en-US" sz="2600" dirty="0"/>
              <a:t>Node name = ?</a:t>
            </a:r>
          </a:p>
          <a:p>
            <a:pPr marL="1143000" lvl="1" indent="-457200">
              <a:buFont typeface="Arial" panose="020B0604020202020204" pitchFamily="34" charset="0"/>
              <a:buChar char="•"/>
            </a:pPr>
            <a:r>
              <a:rPr lang="en-US" sz="3200" dirty="0"/>
              <a:t>ros2 run </a:t>
            </a:r>
            <a:r>
              <a:rPr lang="en-US" sz="3200" dirty="0" err="1"/>
              <a:t>demo_nodes_cpp</a:t>
            </a:r>
            <a:r>
              <a:rPr lang="en-US" sz="3200" dirty="0"/>
              <a:t> talker</a:t>
            </a:r>
          </a:p>
          <a:p>
            <a:pPr marL="1143000" lvl="1" indent="-457200">
              <a:buFont typeface="Arial" panose="020B0604020202020204" pitchFamily="34" charset="0"/>
              <a:buChar char="•"/>
            </a:pPr>
            <a:r>
              <a:rPr lang="es-ES" sz="3200" dirty="0"/>
              <a:t>ros2 run </a:t>
            </a:r>
            <a:r>
              <a:rPr lang="es-ES" sz="3200" dirty="0" err="1"/>
              <a:t>demo_nodes_py</a:t>
            </a:r>
            <a:r>
              <a:rPr lang="es-ES" sz="3200" dirty="0"/>
              <a:t> </a:t>
            </a:r>
            <a:r>
              <a:rPr lang="es-ES" sz="3200" dirty="0" err="1"/>
              <a:t>listener</a:t>
            </a:r>
            <a:endParaRPr lang="es-ES" sz="3200" dirty="0"/>
          </a:p>
          <a:p>
            <a:pPr marL="457200" indent="-457200">
              <a:buFont typeface="Arial" panose="020B0604020202020204" pitchFamily="34" charset="0"/>
              <a:buChar char="•"/>
            </a:pPr>
            <a:r>
              <a:rPr lang="es-ES" sz="3200" dirty="0">
                <a:sym typeface="Wingdings" panose="05000000000000000000" pitchFamily="2" charset="2"/>
              </a:rPr>
              <a:t> </a:t>
            </a:r>
            <a:r>
              <a:rPr lang="en-US" sz="3200" dirty="0"/>
              <a:t>ros2 node list</a:t>
            </a:r>
          </a:p>
          <a:p>
            <a:pPr marL="1143000" lvl="1"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s-E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571500" indent="-5715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solidFill>
                <a:srgbClr val="FF0000"/>
              </a:solidFill>
            </a:endParaRPr>
          </a:p>
        </p:txBody>
      </p:sp>
      <p:sp>
        <p:nvSpPr>
          <p:cNvPr id="3" name="Slide Number Placeholder 2">
            <a:extLst>
              <a:ext uri="{FF2B5EF4-FFF2-40B4-BE49-F238E27FC236}">
                <a16:creationId xmlns:a16="http://schemas.microsoft.com/office/drawing/2014/main" id="{8AD996E9-61AC-45B7-B9A7-F70A63DCF33A}"/>
              </a:ext>
            </a:extLst>
          </p:cNvPr>
          <p:cNvSpPr>
            <a:spLocks noGrp="1"/>
          </p:cNvSpPr>
          <p:nvPr>
            <p:ph type="sldNum" sz="quarter" idx="12"/>
          </p:nvPr>
        </p:nvSpPr>
        <p:spPr/>
        <p:txBody>
          <a:bodyPr/>
          <a:lstStyle/>
          <a:p>
            <a:fld id="{B7527A74-2D87-4307-9531-5A57D9647EEB}" type="slidenum">
              <a:rPr lang="nl-BE" smtClean="0"/>
              <a:pPr/>
              <a:t>38</a:t>
            </a:fld>
            <a:endParaRPr lang="nl-BE"/>
          </a:p>
        </p:txBody>
      </p:sp>
      <p:sp>
        <p:nvSpPr>
          <p:cNvPr id="4" name="Title 3">
            <a:extLst>
              <a:ext uri="{FF2B5EF4-FFF2-40B4-BE49-F238E27FC236}">
                <a16:creationId xmlns:a16="http://schemas.microsoft.com/office/drawing/2014/main" id="{BA9217DB-B44F-C846-8A5D-D1208E60AAD5}"/>
              </a:ext>
            </a:extLst>
          </p:cNvPr>
          <p:cNvSpPr>
            <a:spLocks noGrp="1"/>
          </p:cNvSpPr>
          <p:nvPr>
            <p:ph type="title"/>
          </p:nvPr>
        </p:nvSpPr>
        <p:spPr/>
        <p:txBody>
          <a:bodyPr/>
          <a:lstStyle/>
          <a:p>
            <a:r>
              <a:rPr lang="en-US" dirty="0"/>
              <a:t>ROS2 commands</a:t>
            </a:r>
          </a:p>
        </p:txBody>
      </p:sp>
      <p:sp>
        <p:nvSpPr>
          <p:cNvPr id="5" name="Date Placeholder 4">
            <a:extLst>
              <a:ext uri="{FF2B5EF4-FFF2-40B4-BE49-F238E27FC236}">
                <a16:creationId xmlns:a16="http://schemas.microsoft.com/office/drawing/2014/main" id="{A08450EA-E27E-C0D8-8C8A-8E20C2EE6DF2}"/>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41B2F359-082C-9144-7D6F-1ED725AC1266}"/>
              </a:ext>
            </a:extLst>
          </p:cNvPr>
          <p:cNvSpPr>
            <a:spLocks noGrp="1"/>
          </p:cNvSpPr>
          <p:nvPr>
            <p:ph type="ftr" sz="quarter" idx="11"/>
          </p:nvPr>
        </p:nvSpPr>
        <p:spPr/>
        <p:txBody>
          <a:bodyPr/>
          <a:lstStyle/>
          <a:p>
            <a:r>
              <a:rPr lang="en-US" dirty="0"/>
              <a:t>Robotics &amp; edge AI – Introduction to ROS 2</a:t>
            </a:r>
          </a:p>
        </p:txBody>
      </p:sp>
      <p:pic>
        <p:nvPicPr>
          <p:cNvPr id="10" name="Afbeelding 9">
            <a:extLst>
              <a:ext uri="{FF2B5EF4-FFF2-40B4-BE49-F238E27FC236}">
                <a16:creationId xmlns:a16="http://schemas.microsoft.com/office/drawing/2014/main" id="{1AC17549-B384-F464-FFDC-6B2017BBBD60}"/>
              </a:ext>
            </a:extLst>
          </p:cNvPr>
          <p:cNvPicPr>
            <a:picLocks noChangeAspect="1"/>
          </p:cNvPicPr>
          <p:nvPr/>
        </p:nvPicPr>
        <p:blipFill>
          <a:blip r:embed="rId3"/>
          <a:stretch>
            <a:fillRect/>
          </a:stretch>
        </p:blipFill>
        <p:spPr>
          <a:xfrm>
            <a:off x="1666083" y="6868830"/>
            <a:ext cx="10247597" cy="1097001"/>
          </a:xfrm>
          <a:prstGeom prst="rect">
            <a:avLst/>
          </a:prstGeom>
        </p:spPr>
      </p:pic>
    </p:spTree>
    <p:extLst>
      <p:ext uri="{BB962C8B-B14F-4D97-AF65-F5344CB8AC3E}">
        <p14:creationId xmlns:p14="http://schemas.microsoft.com/office/powerpoint/2010/main" val="1754159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6C01A-9D34-83EE-A2CB-202D3F547DB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0BCE0E1-1229-9F4D-433B-0AC47A81C40F}"/>
              </a:ext>
            </a:extLst>
          </p:cNvPr>
          <p:cNvSpPr>
            <a:spLocks noGrp="1"/>
          </p:cNvSpPr>
          <p:nvPr>
            <p:ph type="body" sz="quarter" idx="17"/>
          </p:nvPr>
        </p:nvSpPr>
        <p:spPr>
          <a:xfrm>
            <a:off x="998692" y="1850547"/>
            <a:ext cx="16995394" cy="7228139"/>
          </a:xfrm>
        </p:spPr>
        <p:txBody>
          <a:bodyPr/>
          <a:lstStyle/>
          <a:p>
            <a:pPr marL="457200" indent="-457200">
              <a:buFont typeface="Arial" panose="020B0604020202020204" pitchFamily="34" charset="0"/>
              <a:buChar char="•"/>
            </a:pPr>
            <a:r>
              <a:rPr lang="en-US" sz="3200" dirty="0"/>
              <a:t>Packages?</a:t>
            </a:r>
          </a:p>
          <a:p>
            <a:pPr marL="1143000" lvl="1" indent="-457200">
              <a:buFont typeface="Arial" panose="020B0604020202020204" pitchFamily="34" charset="0"/>
              <a:buChar char="•"/>
            </a:pPr>
            <a:r>
              <a:rPr lang="en-US" sz="3200" dirty="0"/>
              <a:t>ROS software is organized in packages and might contain: nodes, libraries, datasets, config files, ….</a:t>
            </a:r>
          </a:p>
          <a:p>
            <a:pPr marL="1143000" lvl="1" indent="-457200">
              <a:buFont typeface="Arial" panose="020B0604020202020204" pitchFamily="34" charset="0"/>
              <a:buChar char="•"/>
            </a:pPr>
            <a:r>
              <a:rPr lang="en-US" sz="3200" dirty="0"/>
              <a:t>Enough functionality but not too much to keep it lightweight </a:t>
            </a:r>
          </a:p>
          <a:p>
            <a:pPr marL="457200" indent="-457200">
              <a:buFont typeface="Arial" panose="020B0604020202020204" pitchFamily="34" charset="0"/>
              <a:buChar char="•"/>
            </a:pPr>
            <a:r>
              <a:rPr lang="en-US" dirty="0"/>
              <a:t>ros2 run </a:t>
            </a:r>
            <a:r>
              <a:rPr lang="en-US" dirty="0" err="1"/>
              <a:t>demo_nodes_cpp</a:t>
            </a:r>
            <a:r>
              <a:rPr lang="en-US" dirty="0"/>
              <a:t> talker:</a:t>
            </a:r>
          </a:p>
          <a:p>
            <a:pPr marL="1143000" lvl="1" indent="-457200">
              <a:buFont typeface="Arial" panose="020B0604020202020204" pitchFamily="34" charset="0"/>
              <a:buChar char="•"/>
            </a:pPr>
            <a:r>
              <a:rPr lang="en-US" sz="2800" dirty="0"/>
              <a:t>What happens when you run it:</a:t>
            </a:r>
          </a:p>
          <a:p>
            <a:pPr marL="1828800" lvl="2" indent="-457200" fontAlgn="ctr">
              <a:buFont typeface="Arial" panose="020B0604020202020204" pitchFamily="34" charset="0"/>
              <a:buChar char="•"/>
            </a:pPr>
            <a:r>
              <a:rPr lang="en-US" sz="2400" dirty="0"/>
              <a:t>The system launches a single executable called "talker"</a:t>
            </a:r>
          </a:p>
          <a:p>
            <a:pPr marL="1828800" lvl="2" indent="-457200" fontAlgn="ctr">
              <a:buFont typeface="Arial" panose="020B0604020202020204" pitchFamily="34" charset="0"/>
              <a:buChar char="•"/>
            </a:pPr>
            <a:r>
              <a:rPr lang="en-US" sz="2400" dirty="0"/>
              <a:t>This node publishes messages to a topic</a:t>
            </a:r>
          </a:p>
          <a:p>
            <a:pPr marL="1828800" lvl="2" indent="-457200" fontAlgn="ctr">
              <a:buFont typeface="Arial" panose="020B0604020202020204" pitchFamily="34" charset="0"/>
              <a:buChar char="•"/>
            </a:pPr>
            <a:r>
              <a:rPr lang="en-US" sz="2400" dirty="0"/>
              <a:t>The messages contain simple text like "Hello World: [counter]"</a:t>
            </a:r>
          </a:p>
          <a:p>
            <a:pPr marL="1828800" lvl="2" indent="-457200" fontAlgn="ctr">
              <a:buFont typeface="Arial" panose="020B0604020202020204" pitchFamily="34" charset="0"/>
              <a:buChar char="•"/>
            </a:pPr>
            <a:r>
              <a:rPr lang="en-US" sz="2400" dirty="0"/>
              <a:t>The counter increments with each message</a:t>
            </a:r>
          </a:p>
          <a:p>
            <a:pPr marL="1143000" lvl="1" indent="-457200">
              <a:buFont typeface="Arial" panose="020B0604020202020204" pitchFamily="34" charset="0"/>
              <a:buChar char="•"/>
            </a:pPr>
            <a:r>
              <a:rPr lang="en-US" sz="3200" dirty="0"/>
              <a:t>Talker node is now publishing data to the /chatter, but no other node is subscribing</a:t>
            </a:r>
          </a:p>
          <a:p>
            <a:pPr marL="1143000" lvl="1" indent="-457200">
              <a:buFont typeface="Arial" panose="020B0604020202020204" pitchFamily="34" charset="0"/>
              <a:buChar char="•"/>
            </a:pPr>
            <a:r>
              <a:rPr lang="en-US" sz="3200" dirty="0"/>
              <a:t>We can see logs on the screen (not a subscriber, only logs from the code)</a:t>
            </a:r>
          </a:p>
          <a:p>
            <a:pPr marL="1143000" lvl="1" indent="-457200">
              <a:buFont typeface="Arial" panose="020B0604020202020204" pitchFamily="34" charset="0"/>
              <a:buChar char="•"/>
            </a:pPr>
            <a:r>
              <a:rPr lang="en-US" sz="3200" dirty="0"/>
              <a:t>We can use the command line to output raw messages on a topic (not a node/subscriber)</a:t>
            </a:r>
          </a:p>
          <a:p>
            <a:pPr marL="1828800" lvl="2" indent="-457200">
              <a:buFont typeface="Arial" panose="020B0604020202020204" pitchFamily="34" charset="0"/>
              <a:buChar char="•"/>
            </a:pPr>
            <a:r>
              <a:rPr lang="en-US" dirty="0"/>
              <a:t>ros2 topic echo $topic</a:t>
            </a:r>
            <a:endParaRPr lang="en-US" sz="2600" dirty="0"/>
          </a:p>
          <a:p>
            <a:pPr marL="457200" indent="-457200">
              <a:buFont typeface="Arial" panose="020B0604020202020204" pitchFamily="34" charset="0"/>
              <a:buChar char="•"/>
            </a:pPr>
            <a:endParaRPr lang="es-E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571500" indent="-5715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solidFill>
                <a:srgbClr val="FF0000"/>
              </a:solidFill>
            </a:endParaRPr>
          </a:p>
        </p:txBody>
      </p:sp>
      <p:sp>
        <p:nvSpPr>
          <p:cNvPr id="3" name="Slide Number Placeholder 2">
            <a:extLst>
              <a:ext uri="{FF2B5EF4-FFF2-40B4-BE49-F238E27FC236}">
                <a16:creationId xmlns:a16="http://schemas.microsoft.com/office/drawing/2014/main" id="{04ED5894-C1B3-CBB9-F13D-B22E5A78EBE2}"/>
              </a:ext>
            </a:extLst>
          </p:cNvPr>
          <p:cNvSpPr>
            <a:spLocks noGrp="1"/>
          </p:cNvSpPr>
          <p:nvPr>
            <p:ph type="sldNum" sz="quarter" idx="12"/>
          </p:nvPr>
        </p:nvSpPr>
        <p:spPr/>
        <p:txBody>
          <a:bodyPr/>
          <a:lstStyle/>
          <a:p>
            <a:fld id="{B7527A74-2D87-4307-9531-5A57D9647EEB}" type="slidenum">
              <a:rPr lang="nl-BE" smtClean="0"/>
              <a:pPr/>
              <a:t>39</a:t>
            </a:fld>
            <a:endParaRPr lang="nl-BE"/>
          </a:p>
        </p:txBody>
      </p:sp>
      <p:sp>
        <p:nvSpPr>
          <p:cNvPr id="4" name="Title 3">
            <a:extLst>
              <a:ext uri="{FF2B5EF4-FFF2-40B4-BE49-F238E27FC236}">
                <a16:creationId xmlns:a16="http://schemas.microsoft.com/office/drawing/2014/main" id="{7171BDBD-371A-108A-BA89-0D67D4261128}"/>
              </a:ext>
            </a:extLst>
          </p:cNvPr>
          <p:cNvSpPr>
            <a:spLocks noGrp="1"/>
          </p:cNvSpPr>
          <p:nvPr>
            <p:ph type="title"/>
          </p:nvPr>
        </p:nvSpPr>
        <p:spPr/>
        <p:txBody>
          <a:bodyPr/>
          <a:lstStyle/>
          <a:p>
            <a:r>
              <a:rPr lang="en-US" dirty="0"/>
              <a:t>ROS2 commands</a:t>
            </a:r>
          </a:p>
        </p:txBody>
      </p:sp>
      <p:sp>
        <p:nvSpPr>
          <p:cNvPr id="5" name="Date Placeholder 4">
            <a:extLst>
              <a:ext uri="{FF2B5EF4-FFF2-40B4-BE49-F238E27FC236}">
                <a16:creationId xmlns:a16="http://schemas.microsoft.com/office/drawing/2014/main" id="{E5B709D1-04C0-4C40-0B50-3FF50FAEDAD8}"/>
              </a:ext>
            </a:extLst>
          </p:cNvPr>
          <p:cNvSpPr>
            <a:spLocks noGrp="1"/>
          </p:cNvSpPr>
          <p:nvPr>
            <p:ph type="dt" sz="half" idx="10"/>
          </p:nvPr>
        </p:nvSpPr>
        <p:spPr/>
        <p:txBody>
          <a:bodyPr/>
          <a:lstStyle/>
          <a:p>
            <a:fld id="{96D74EE6-55AB-4276-8842-3F740A966362}" type="datetime1">
              <a:rPr lang="nl-BE" smtClean="0"/>
              <a:t>26/10/2026</a:t>
            </a:fld>
            <a:endParaRPr lang="nl-BE" dirty="0"/>
          </a:p>
        </p:txBody>
      </p:sp>
      <p:sp>
        <p:nvSpPr>
          <p:cNvPr id="6" name="Footer Placeholder 5">
            <a:extLst>
              <a:ext uri="{FF2B5EF4-FFF2-40B4-BE49-F238E27FC236}">
                <a16:creationId xmlns:a16="http://schemas.microsoft.com/office/drawing/2014/main" id="{65BBAC2E-EB6F-CD98-C076-E0D5ACBC2727}"/>
              </a:ext>
            </a:extLst>
          </p:cNvPr>
          <p:cNvSpPr>
            <a:spLocks noGrp="1"/>
          </p:cNvSpPr>
          <p:nvPr>
            <p:ph type="ftr" sz="quarter" idx="11"/>
          </p:nvPr>
        </p:nvSpPr>
        <p:spPr/>
        <p:txBody>
          <a:bodyPr/>
          <a:lstStyle/>
          <a:p>
            <a:r>
              <a:rPr lang="en-US" dirty="0"/>
              <a:t>Robotics &amp; edge AI – Introduction to ROS 2</a:t>
            </a:r>
          </a:p>
        </p:txBody>
      </p:sp>
      <p:pic>
        <p:nvPicPr>
          <p:cNvPr id="8" name="Afbeelding 7">
            <a:extLst>
              <a:ext uri="{FF2B5EF4-FFF2-40B4-BE49-F238E27FC236}">
                <a16:creationId xmlns:a16="http://schemas.microsoft.com/office/drawing/2014/main" id="{EB17B4E3-DF75-B9A5-46A3-76B62367D0F6}"/>
              </a:ext>
            </a:extLst>
          </p:cNvPr>
          <p:cNvPicPr>
            <a:picLocks noChangeAspect="1"/>
          </p:cNvPicPr>
          <p:nvPr/>
        </p:nvPicPr>
        <p:blipFill>
          <a:blip r:embed="rId3"/>
          <a:stretch>
            <a:fillRect/>
          </a:stretch>
        </p:blipFill>
        <p:spPr>
          <a:xfrm>
            <a:off x="11795760" y="4800600"/>
            <a:ext cx="4937760" cy="1868340"/>
          </a:xfrm>
          <a:prstGeom prst="rect">
            <a:avLst/>
          </a:prstGeom>
        </p:spPr>
      </p:pic>
    </p:spTree>
    <p:extLst>
      <p:ext uri="{BB962C8B-B14F-4D97-AF65-F5344CB8AC3E}">
        <p14:creationId xmlns:p14="http://schemas.microsoft.com/office/powerpoint/2010/main" val="3157911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1BA5A40-29E0-00FB-7E3A-D956AEF34750}"/>
              </a:ext>
            </a:extLst>
          </p:cNvPr>
          <p:cNvSpPr>
            <a:spLocks noGrp="1"/>
          </p:cNvSpPr>
          <p:nvPr>
            <p:ph type="body" sz="quarter" idx="17"/>
          </p:nvPr>
        </p:nvSpPr>
        <p:spPr>
          <a:xfrm>
            <a:off x="1050131" y="1783080"/>
            <a:ext cx="16575629" cy="6103800"/>
          </a:xfrm>
        </p:spPr>
        <p:txBody>
          <a:bodyPr/>
          <a:lstStyle/>
          <a:p>
            <a:pPr marL="457200" indent="-457200">
              <a:buFont typeface="Arial" panose="020B0604020202020204" pitchFamily="34" charset="0"/>
              <a:buChar char="•"/>
            </a:pPr>
            <a:r>
              <a:rPr lang="en-US" sz="3200" dirty="0" err="1"/>
              <a:t>rqt</a:t>
            </a:r>
            <a:r>
              <a:rPr lang="en-US" sz="3200" dirty="0"/>
              <a:t> is ROS2's unified graphical user interface framework (dashboard for visualization and debugging of the robotic system)</a:t>
            </a:r>
          </a:p>
          <a:p>
            <a:pPr marL="457200" indent="-457200">
              <a:buFont typeface="Arial" panose="020B0604020202020204" pitchFamily="34" charset="0"/>
              <a:buChar char="•"/>
            </a:pPr>
            <a:r>
              <a:rPr lang="en-US" sz="3200" dirty="0"/>
              <a:t>Visual Elements:</a:t>
            </a:r>
          </a:p>
          <a:p>
            <a:pPr marL="1143000" lvl="1" indent="-457200" fontAlgn="ctr">
              <a:buFont typeface="Arial" panose="020B0604020202020204" pitchFamily="34" charset="0"/>
              <a:buChar char="•"/>
            </a:pPr>
            <a:r>
              <a:rPr lang="en-US" sz="2800" dirty="0"/>
              <a:t>Ovals/Rectangles: Individual nodes (like the talker and listener)</a:t>
            </a:r>
          </a:p>
          <a:p>
            <a:pPr marL="1143000" lvl="1" indent="-457200" fontAlgn="ctr">
              <a:buFont typeface="Arial" panose="020B0604020202020204" pitchFamily="34" charset="0"/>
              <a:buChar char="•"/>
            </a:pPr>
            <a:r>
              <a:rPr lang="en-US" sz="2800" dirty="0"/>
              <a:t>Arrows: Topic connections showing data flow direction</a:t>
            </a:r>
          </a:p>
          <a:p>
            <a:pPr marL="1143000" lvl="1" indent="-457200" fontAlgn="ctr">
              <a:buFont typeface="Arial" panose="020B0604020202020204" pitchFamily="34" charset="0"/>
              <a:buChar char="•"/>
            </a:pPr>
            <a:r>
              <a:rPr lang="en-US" sz="2800" dirty="0"/>
              <a:t>Topic names: Labels on the arrows (like /chatter)</a:t>
            </a:r>
          </a:p>
          <a:p>
            <a:pPr marL="1143000" lvl="1" indent="-457200" fontAlgn="ctr">
              <a:buFont typeface="Arial" panose="020B0604020202020204" pitchFamily="34" charset="0"/>
              <a:buChar char="•"/>
            </a:pPr>
            <a:r>
              <a:rPr lang="en-US" sz="2800" dirty="0"/>
              <a:t>Colors: Different colors help distinguish different types of connections</a:t>
            </a:r>
          </a:p>
          <a:p>
            <a:pPr marL="457200" indent="-457200">
              <a:buFont typeface="Arial" panose="020B0604020202020204" pitchFamily="34" charset="0"/>
              <a:buChar char="•"/>
            </a:pPr>
            <a:r>
              <a:rPr lang="en-US" sz="3200" dirty="0" err="1"/>
              <a:t>Start it with: rqt_graph (while talker and listener are running)</a:t>
            </a:r>
          </a:p>
          <a:p>
            <a:pPr marL="457200" indent="-457200">
              <a:buFont typeface="Arial" panose="020B0604020202020204" pitchFamily="34" charset="0"/>
              <a:buChar char="•"/>
            </a:pPr>
            <a:endParaRPr lang="en-US" sz="2800" dirty="0"/>
          </a:p>
        </p:txBody>
      </p:sp>
      <p:sp>
        <p:nvSpPr>
          <p:cNvPr id="3" name="Tijdelijke aanduiding voor dianummer 2">
            <a:extLst>
              <a:ext uri="{FF2B5EF4-FFF2-40B4-BE49-F238E27FC236}">
                <a16:creationId xmlns:a16="http://schemas.microsoft.com/office/drawing/2014/main" id="{7BCC13AB-EF0C-593A-44D6-79B1DA4EA2D8}"/>
              </a:ext>
            </a:extLst>
          </p:cNvPr>
          <p:cNvSpPr>
            <a:spLocks noGrp="1"/>
          </p:cNvSpPr>
          <p:nvPr>
            <p:ph type="sldNum" sz="quarter" idx="12"/>
          </p:nvPr>
        </p:nvSpPr>
        <p:spPr/>
        <p:txBody>
          <a:bodyPr/>
          <a:lstStyle/>
          <a:p>
            <a:fld id="{B7527A74-2D87-4307-9531-5A57D9647EEB}" type="slidenum">
              <a:rPr lang="nl-BE" smtClean="0"/>
              <a:pPr/>
              <a:t>40</a:t>
            </a:fld>
            <a:endParaRPr lang="nl-BE"/>
          </a:p>
        </p:txBody>
      </p:sp>
      <p:sp>
        <p:nvSpPr>
          <p:cNvPr id="4" name="Titel 3">
            <a:extLst>
              <a:ext uri="{FF2B5EF4-FFF2-40B4-BE49-F238E27FC236}">
                <a16:creationId xmlns:a16="http://schemas.microsoft.com/office/drawing/2014/main" id="{C760F3A2-DEBD-DA76-914C-8740FEA33BE2}"/>
              </a:ext>
            </a:extLst>
          </p:cNvPr>
          <p:cNvSpPr>
            <a:spLocks noGrp="1"/>
          </p:cNvSpPr>
          <p:nvPr>
            <p:ph type="title"/>
          </p:nvPr>
        </p:nvSpPr>
        <p:spPr/>
        <p:txBody>
          <a:bodyPr/>
          <a:lstStyle/>
          <a:p>
            <a:r>
              <a:rPr lang="en-US" dirty="0"/>
              <a:t>RQT</a:t>
            </a:r>
          </a:p>
        </p:txBody>
      </p:sp>
      <p:sp>
        <p:nvSpPr>
          <p:cNvPr id="5" name="Tijdelijke aanduiding voor datum 4">
            <a:extLst>
              <a:ext uri="{FF2B5EF4-FFF2-40B4-BE49-F238E27FC236}">
                <a16:creationId xmlns:a16="http://schemas.microsoft.com/office/drawing/2014/main" id="{3E4F51F0-B884-DD0A-E114-B781074A98FF}"/>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650B13B6-8625-A7C8-430E-336C026BCEF6}"/>
              </a:ext>
            </a:extLst>
          </p:cNvPr>
          <p:cNvSpPr>
            <a:spLocks noGrp="1"/>
          </p:cNvSpPr>
          <p:nvPr>
            <p:ph type="ftr" sz="quarter" idx="11"/>
          </p:nvPr>
        </p:nvSpPr>
        <p:spPr/>
        <p:txBody>
          <a:bodyPr/>
          <a:lstStyle/>
          <a:p>
            <a:r>
              <a:rPr lang="en-US"/>
              <a:t>Robotics &amp; edge AI – Introduction to ROS 2</a:t>
            </a:r>
            <a:endParaRPr lang="nl-BE" dirty="0"/>
          </a:p>
        </p:txBody>
      </p:sp>
      <p:pic>
        <p:nvPicPr>
          <p:cNvPr id="8" name="Afbeelding 7">
            <a:extLst>
              <a:ext uri="{FF2B5EF4-FFF2-40B4-BE49-F238E27FC236}">
                <a16:creationId xmlns:a16="http://schemas.microsoft.com/office/drawing/2014/main" id="{F611A0A7-027F-FB8B-D517-FAA3E9C66FA5}"/>
              </a:ext>
            </a:extLst>
          </p:cNvPr>
          <p:cNvPicPr>
            <a:picLocks noChangeAspect="1"/>
          </p:cNvPicPr>
          <p:nvPr/>
        </p:nvPicPr>
        <p:blipFill>
          <a:blip r:embed="rId3"/>
          <a:stretch>
            <a:fillRect/>
          </a:stretch>
        </p:blipFill>
        <p:spPr>
          <a:xfrm>
            <a:off x="0" y="6379989"/>
            <a:ext cx="18288000" cy="3467393"/>
          </a:xfrm>
          <a:prstGeom prst="rect">
            <a:avLst/>
          </a:prstGeom>
        </p:spPr>
      </p:pic>
    </p:spTree>
    <p:extLst>
      <p:ext uri="{BB962C8B-B14F-4D97-AF65-F5344CB8AC3E}">
        <p14:creationId xmlns:p14="http://schemas.microsoft.com/office/powerpoint/2010/main" val="3205055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730CF0E1-C743-BE84-E302-515D7C1034D8}"/>
              </a:ext>
            </a:extLst>
          </p:cNvPr>
          <p:cNvSpPr>
            <a:spLocks noGrp="1"/>
          </p:cNvSpPr>
          <p:nvPr>
            <p:ph type="body" sz="quarter" idx="17"/>
          </p:nvPr>
        </p:nvSpPr>
        <p:spPr/>
        <p:txBody>
          <a:bodyPr/>
          <a:lstStyle/>
          <a:p>
            <a:pPr marL="571500" indent="-571500" algn="l">
              <a:spcAft>
                <a:spcPts val="600"/>
              </a:spcAft>
              <a:buClr>
                <a:srgbClr val="000000"/>
              </a:buClr>
              <a:buFont typeface="Arial"/>
              <a:buChar char="•"/>
            </a:pPr>
            <a:r>
              <a:rPr dirty="0"/>
              <a:t>Terminal 1: </a:t>
            </a:r>
            <a:r>
              <a:rPr dirty="0">
                <a:solidFill>
                  <a:srgbClr val="B0006A"/>
                </a:solidFill>
                <a:latin typeface="Consolas"/>
              </a:rPr>
              <a:t>ros2 run </a:t>
            </a:r>
            <a:r>
              <a:rPr dirty="0" err="1">
                <a:solidFill>
                  <a:srgbClr val="B0006A"/>
                </a:solidFill>
                <a:latin typeface="Consolas"/>
              </a:rPr>
              <a:t>turtlesim</a:t>
            </a:r>
            <a:r>
              <a:rPr dirty="0">
                <a:solidFill>
                  <a:srgbClr val="B0006A"/>
                </a:solidFill>
                <a:latin typeface="Consolas"/>
              </a:rPr>
              <a:t> </a:t>
            </a:r>
            <a:r>
              <a:rPr dirty="0" err="1">
                <a:solidFill>
                  <a:srgbClr val="B0006A"/>
                </a:solidFill>
                <a:latin typeface="Consolas"/>
              </a:rPr>
              <a:t>turtlesim_node</a:t>
            </a:r>
            <a:endParaRPr lang="en-US" dirty="0"/>
          </a:p>
          <a:p>
            <a:pPr marL="571500" indent="-571500" algn="l">
              <a:spcAft>
                <a:spcPts val="600"/>
              </a:spcAft>
              <a:buClr>
                <a:srgbClr val="000000"/>
              </a:buClr>
              <a:buFont typeface="Arial"/>
              <a:buChar char="•"/>
            </a:pPr>
            <a:r>
              <a:rPr dirty="0"/>
              <a:t>Terminal 2: </a:t>
            </a:r>
            <a:r>
              <a:rPr dirty="0">
                <a:solidFill>
                  <a:srgbClr val="B0006A"/>
                </a:solidFill>
                <a:latin typeface="Consolas"/>
              </a:rPr>
              <a:t>ros2 run </a:t>
            </a:r>
            <a:r>
              <a:rPr dirty="0" err="1">
                <a:solidFill>
                  <a:srgbClr val="B0006A"/>
                </a:solidFill>
                <a:latin typeface="Consolas"/>
              </a:rPr>
              <a:t>turtlesim</a:t>
            </a:r>
            <a:r>
              <a:rPr dirty="0">
                <a:solidFill>
                  <a:srgbClr val="B0006A"/>
                </a:solidFill>
                <a:latin typeface="Consolas"/>
              </a:rPr>
              <a:t> </a:t>
            </a:r>
            <a:r>
              <a:rPr dirty="0" err="1">
                <a:solidFill>
                  <a:srgbClr val="B0006A"/>
                </a:solidFill>
                <a:latin typeface="Consolas"/>
              </a:rPr>
              <a:t>turtle_teleop_key</a:t>
            </a:r>
            <a:r>
              <a:rPr dirty="0"/>
              <a:t> → drive with the arrow keys </a:t>
            </a:r>
            <a:r>
              <a:rPr i="1" dirty="0"/>
              <a:t>in this terminal</a:t>
            </a:r>
          </a:p>
          <a:p>
            <a:pPr marL="571500" indent="-571500" algn="l">
              <a:spcAft>
                <a:spcPts val="600"/>
              </a:spcAft>
              <a:buClr>
                <a:srgbClr val="000000"/>
              </a:buClr>
              <a:buFont typeface="Arial"/>
              <a:buChar char="•"/>
            </a:pPr>
            <a:r>
              <a:rPr dirty="0"/>
              <a:t>Terminal 3: </a:t>
            </a:r>
            <a:r>
              <a:rPr dirty="0" err="1">
                <a:solidFill>
                  <a:srgbClr val="B0006A"/>
                </a:solidFill>
                <a:latin typeface="Consolas"/>
              </a:rPr>
              <a:t>rqt_graph</a:t>
            </a:r>
            <a:endParaRPr dirty="0">
              <a:solidFill>
                <a:srgbClr val="B0006A"/>
              </a:solidFill>
              <a:latin typeface="Consolas"/>
            </a:endParaRPr>
          </a:p>
        </p:txBody>
      </p:sp>
      <p:sp>
        <p:nvSpPr>
          <p:cNvPr id="3" name="Tijdelijke aanduiding voor dianummer 2">
            <a:extLst>
              <a:ext uri="{FF2B5EF4-FFF2-40B4-BE49-F238E27FC236}">
                <a16:creationId xmlns:a16="http://schemas.microsoft.com/office/drawing/2014/main" id="{E166A40E-48EB-17F5-3019-248438CAED07}"/>
              </a:ext>
            </a:extLst>
          </p:cNvPr>
          <p:cNvSpPr>
            <a:spLocks noGrp="1"/>
          </p:cNvSpPr>
          <p:nvPr>
            <p:ph type="sldNum" sz="quarter" idx="12"/>
          </p:nvPr>
        </p:nvSpPr>
        <p:spPr/>
        <p:txBody>
          <a:bodyPr/>
          <a:lstStyle/>
          <a:p>
            <a:fld id="{B7527A74-2D87-4307-9531-5A57D9647EEB}" type="slidenum">
              <a:rPr lang="nl-BE" smtClean="0"/>
              <a:pPr/>
              <a:t>41</a:t>
            </a:fld>
            <a:endParaRPr lang="nl-BE"/>
          </a:p>
        </p:txBody>
      </p:sp>
      <p:sp>
        <p:nvSpPr>
          <p:cNvPr id="4" name="Titel 3">
            <a:extLst>
              <a:ext uri="{FF2B5EF4-FFF2-40B4-BE49-F238E27FC236}">
                <a16:creationId xmlns:a16="http://schemas.microsoft.com/office/drawing/2014/main" id="{C0F4D4DA-9DE4-211D-FA7C-A211DB6E0198}"/>
              </a:ext>
            </a:extLst>
          </p:cNvPr>
          <p:cNvSpPr>
            <a:spLocks noGrp="1"/>
          </p:cNvSpPr>
          <p:nvPr>
            <p:ph type="title"/>
          </p:nvPr>
        </p:nvSpPr>
        <p:spPr/>
        <p:txBody>
          <a:bodyPr/>
          <a:lstStyle/>
          <a:p>
            <a:r>
              <a:rPr lang="en-US" dirty="0" err="1"/>
              <a:t>Turtlesim</a:t>
            </a:r>
            <a:r>
              <a:rPr lang="en-US" dirty="0"/>
              <a:t> example</a:t>
            </a:r>
          </a:p>
        </p:txBody>
      </p:sp>
      <p:sp>
        <p:nvSpPr>
          <p:cNvPr id="5" name="Tijdelijke aanduiding voor datum 4">
            <a:extLst>
              <a:ext uri="{FF2B5EF4-FFF2-40B4-BE49-F238E27FC236}">
                <a16:creationId xmlns:a16="http://schemas.microsoft.com/office/drawing/2014/main" id="{2DFF5152-C99B-DF29-79B7-1D523F29EE47}"/>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3A223D6E-36C1-BF02-BE3F-83778AE46623}"/>
              </a:ext>
            </a:extLst>
          </p:cNvPr>
          <p:cNvSpPr>
            <a:spLocks noGrp="1"/>
          </p:cNvSpPr>
          <p:nvPr>
            <p:ph type="ftr" sz="quarter" idx="11"/>
          </p:nvPr>
        </p:nvSpPr>
        <p:spPr/>
        <p:txBody>
          <a:bodyPr/>
          <a:lstStyle/>
          <a:p>
            <a:r>
              <a:rPr lang="en-US"/>
              <a:t>Robotics &amp; edge AI – Introduction to ROS 2</a:t>
            </a:r>
            <a:endParaRPr lang="nl-BE" dirty="0"/>
          </a:p>
        </p:txBody>
      </p:sp>
      <p:pic>
        <p:nvPicPr>
          <p:cNvPr id="8" name="Afbeelding 7">
            <a:extLst>
              <a:ext uri="{FF2B5EF4-FFF2-40B4-BE49-F238E27FC236}">
                <a16:creationId xmlns:a16="http://schemas.microsoft.com/office/drawing/2014/main" id="{15B129AD-AA3F-7E88-F062-19E431792381}"/>
              </a:ext>
            </a:extLst>
          </p:cNvPr>
          <p:cNvPicPr>
            <a:picLocks noChangeAspect="1"/>
          </p:cNvPicPr>
          <p:nvPr/>
        </p:nvPicPr>
        <p:blipFill>
          <a:blip r:embed="rId3"/>
          <a:stretch>
            <a:fillRect/>
          </a:stretch>
        </p:blipFill>
        <p:spPr>
          <a:xfrm>
            <a:off x="739893" y="4912365"/>
            <a:ext cx="16497976" cy="2666604"/>
          </a:xfrm>
          <a:prstGeom prst="rect">
            <a:avLst/>
          </a:prstGeom>
        </p:spPr>
      </p:pic>
    </p:spTree>
    <p:extLst>
      <p:ext uri="{BB962C8B-B14F-4D97-AF65-F5344CB8AC3E}">
        <p14:creationId xmlns:p14="http://schemas.microsoft.com/office/powerpoint/2010/main" val="33329285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A7B1B-A63A-7D07-B531-D16174807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413F6-1823-1055-DF4A-3DF528E45ADA}"/>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BF25CE7B-5E6F-88F4-8F1F-C70A8AD6A84D}"/>
              </a:ext>
            </a:extLst>
          </p:cNvPr>
          <p:cNvSpPr>
            <a:spLocks noGrp="1"/>
          </p:cNvSpPr>
          <p:nvPr>
            <p:ph type="subTitle" idx="1"/>
          </p:nvPr>
        </p:nvSpPr>
        <p:spPr/>
        <p:txBody>
          <a:bodyPr/>
          <a:lstStyle/>
          <a:p>
            <a:r>
              <a:rPr lang="en-GB" dirty="0"/>
              <a:t>Introduction robotics</a:t>
            </a:r>
          </a:p>
          <a:p>
            <a:r>
              <a:rPr dirty="0"/>
              <a:t>What is ROS?</a:t>
            </a:r>
          </a:p>
          <a:p>
            <a:r>
              <a:rPr dirty="0"/>
              <a:t>Setting up: WSL, VS Code and ROS 2 Jazzy</a:t>
            </a:r>
          </a:p>
          <a:p>
            <a:r>
              <a:rPr dirty="0"/>
              <a:t>First steps: prebuilt nodes, CLI and </a:t>
            </a:r>
            <a:r>
              <a:rPr dirty="0" err="1"/>
              <a:t>rqt</a:t>
            </a:r>
            <a:endParaRPr dirty="0"/>
          </a:p>
          <a:p>
            <a:r>
              <a:rPr b="1" dirty="0"/>
              <a:t>Workspaces and packages</a:t>
            </a:r>
          </a:p>
          <a:p>
            <a:r>
              <a:rPr dirty="0"/>
              <a:t>Writing our own nodes</a:t>
            </a:r>
          </a:p>
        </p:txBody>
      </p:sp>
    </p:spTree>
    <p:extLst>
      <p:ext uri="{BB962C8B-B14F-4D97-AF65-F5344CB8AC3E}">
        <p14:creationId xmlns:p14="http://schemas.microsoft.com/office/powerpoint/2010/main" val="9249495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776A-C1A1-1C2C-A80F-5950717CF898}"/>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E6343EF-66FD-103F-3623-D67FD220710E}"/>
              </a:ext>
            </a:extLst>
          </p:cNvPr>
          <p:cNvSpPr>
            <a:spLocks noGrp="1"/>
          </p:cNvSpPr>
          <p:nvPr>
            <p:ph type="body" sz="quarter" idx="17"/>
          </p:nvPr>
        </p:nvSpPr>
        <p:spPr>
          <a:xfrm>
            <a:off x="996696" y="1783080"/>
            <a:ext cx="8595360" cy="7040880"/>
          </a:xfrm>
        </p:spPr>
        <p:txBody>
          <a:bodyPr/>
          <a:lstStyle/>
          <a:p>
            <a:pPr marL="571500" indent="-571500" algn="l">
              <a:spcAft>
                <a:spcPts val="600"/>
              </a:spcAft>
              <a:buClr>
                <a:srgbClr val="000000"/>
              </a:buClr>
              <a:buFont typeface="Arial"/>
              <a:buChar char="•"/>
            </a:pPr>
            <a:r>
              <a:rPr sz="2400" dirty="0"/>
              <a:t>We created our workspace in step 5: </a:t>
            </a:r>
            <a:r>
              <a:rPr sz="2400" dirty="0">
                <a:solidFill>
                  <a:srgbClr val="B0006A"/>
                </a:solidFill>
                <a:latin typeface="Consolas"/>
              </a:rPr>
              <a:t>~/ros2_ws</a:t>
            </a:r>
          </a:p>
          <a:p>
            <a:pPr marL="571500" indent="-571500" algn="l">
              <a:spcAft>
                <a:spcPts val="600"/>
              </a:spcAft>
              <a:buClr>
                <a:srgbClr val="000000"/>
              </a:buClr>
              <a:buFont typeface="Arial"/>
              <a:buChar char="•"/>
            </a:pPr>
            <a:r>
              <a:rPr sz="2400" b="1" dirty="0" err="1"/>
              <a:t>colcon</a:t>
            </a:r>
            <a:r>
              <a:rPr sz="2400" dirty="0"/>
              <a:t> is the ROS 2 build tool: it builds all packages in </a:t>
            </a:r>
            <a:r>
              <a:rPr sz="2400" dirty="0" err="1">
                <a:solidFill>
                  <a:srgbClr val="B0006A"/>
                </a:solidFill>
                <a:latin typeface="Consolas"/>
              </a:rPr>
              <a:t>src</a:t>
            </a:r>
            <a:r>
              <a:rPr sz="2400" dirty="0">
                <a:solidFill>
                  <a:srgbClr val="B0006A"/>
                </a:solidFill>
                <a:latin typeface="Consolas"/>
              </a:rPr>
              <a:t>/</a:t>
            </a:r>
          </a:p>
          <a:p>
            <a:pPr marL="571500" indent="-571500" algn="l">
              <a:spcAft>
                <a:spcPts val="600"/>
              </a:spcAft>
              <a:buClr>
                <a:srgbClr val="000000"/>
              </a:buClr>
              <a:buFont typeface="Arial"/>
              <a:buChar char="•"/>
            </a:pPr>
            <a:r>
              <a:rPr sz="2400" dirty="0"/>
              <a:t>Always build from the workspace root: </a:t>
            </a:r>
            <a:r>
              <a:rPr sz="2400" dirty="0">
                <a:solidFill>
                  <a:srgbClr val="B0006A"/>
                </a:solidFill>
                <a:latin typeface="Consolas"/>
              </a:rPr>
              <a:t>cd ~/ros2_ws</a:t>
            </a:r>
            <a:r>
              <a:rPr sz="2400" dirty="0"/>
              <a:t> then </a:t>
            </a:r>
            <a:r>
              <a:rPr sz="2400" dirty="0" err="1">
                <a:solidFill>
                  <a:srgbClr val="B0006A"/>
                </a:solidFill>
                <a:latin typeface="Consolas"/>
              </a:rPr>
              <a:t>colcon</a:t>
            </a:r>
            <a:r>
              <a:rPr sz="2400" dirty="0">
                <a:solidFill>
                  <a:srgbClr val="B0006A"/>
                </a:solidFill>
                <a:latin typeface="Consolas"/>
              </a:rPr>
              <a:t> build</a:t>
            </a:r>
          </a:p>
          <a:p>
            <a:pPr marL="571500" indent="-571500" algn="l">
              <a:spcAft>
                <a:spcPts val="600"/>
              </a:spcAft>
              <a:buClr>
                <a:srgbClr val="000000"/>
              </a:buClr>
              <a:buFont typeface="Arial"/>
              <a:buChar char="•"/>
            </a:pPr>
            <a:r>
              <a:rPr sz="2400" dirty="0"/>
              <a:t>After a build: </a:t>
            </a:r>
            <a:r>
              <a:rPr sz="2400" dirty="0">
                <a:solidFill>
                  <a:srgbClr val="B0006A"/>
                </a:solidFill>
                <a:latin typeface="Consolas"/>
              </a:rPr>
              <a:t>source install/</a:t>
            </a:r>
            <a:r>
              <a:rPr sz="2400" dirty="0" err="1">
                <a:solidFill>
                  <a:srgbClr val="B0006A"/>
                </a:solidFill>
                <a:latin typeface="Consolas"/>
              </a:rPr>
              <a:t>setup.bash</a:t>
            </a:r>
            <a:r>
              <a:rPr sz="2400" dirty="0"/>
              <a:t> (or open a new terminal) so ROS 2 finds your packages</a:t>
            </a:r>
            <a:endParaRPr lang="en-GB" sz="2400" dirty="0"/>
          </a:p>
          <a:p>
            <a:pPr marL="1257300" lvl="1" indent="-571500">
              <a:spcAft>
                <a:spcPts val="600"/>
              </a:spcAft>
              <a:buClr>
                <a:srgbClr val="000000"/>
              </a:buClr>
              <a:buFont typeface="Arial"/>
              <a:buChar char="•"/>
            </a:pPr>
            <a:r>
              <a:rPr lang="en-GB" sz="2400" dirty="0"/>
              <a:t>echo "source install/</a:t>
            </a:r>
            <a:r>
              <a:rPr lang="en-GB" sz="2400" dirty="0" err="1"/>
              <a:t>setup.bash</a:t>
            </a:r>
            <a:r>
              <a:rPr lang="en-GB" sz="2400" dirty="0"/>
              <a:t> " &gt;&gt; ~/.</a:t>
            </a:r>
            <a:r>
              <a:rPr lang="en-GB" sz="2400" dirty="0" err="1"/>
              <a:t>bashrc</a:t>
            </a:r>
            <a:endParaRPr lang="en-GB" sz="2400" dirty="0"/>
          </a:p>
          <a:p>
            <a:pPr marL="571500" indent="-571500" algn="l">
              <a:spcAft>
                <a:spcPts val="600"/>
              </a:spcAft>
              <a:buClr>
                <a:srgbClr val="000000"/>
              </a:buClr>
              <a:buFont typeface="Arial"/>
              <a:buChar char="•"/>
            </a:pPr>
            <a:r>
              <a:rPr sz="2400" dirty="0"/>
              <a:t>Never use </a:t>
            </a:r>
            <a:r>
              <a:rPr sz="2400" dirty="0" err="1">
                <a:solidFill>
                  <a:srgbClr val="B0006A"/>
                </a:solidFill>
                <a:latin typeface="Consolas"/>
              </a:rPr>
              <a:t>sudo</a:t>
            </a:r>
            <a:r>
              <a:rPr sz="2400" dirty="0"/>
              <a:t> with </a:t>
            </a:r>
            <a:r>
              <a:rPr sz="2400" dirty="0" err="1"/>
              <a:t>colcon</a:t>
            </a:r>
            <a:endParaRPr sz="2400" dirty="0"/>
          </a:p>
          <a:p>
            <a:pPr marL="571500" indent="-571500" algn="l">
              <a:spcAft>
                <a:spcPts val="600"/>
              </a:spcAft>
              <a:buClr>
                <a:srgbClr val="000000"/>
              </a:buClr>
              <a:buFont typeface="Arial"/>
              <a:buChar char="•"/>
            </a:pPr>
            <a:r>
              <a:rPr sz="2400" dirty="0"/>
              <a:t>Tip: </a:t>
            </a:r>
            <a:r>
              <a:rPr sz="2400" dirty="0" err="1">
                <a:solidFill>
                  <a:srgbClr val="B0006A"/>
                </a:solidFill>
                <a:latin typeface="Consolas"/>
              </a:rPr>
              <a:t>colcon</a:t>
            </a:r>
            <a:r>
              <a:rPr sz="2400" dirty="0">
                <a:solidFill>
                  <a:srgbClr val="B0006A"/>
                </a:solidFill>
                <a:latin typeface="Consolas"/>
              </a:rPr>
              <a:t> build --</a:t>
            </a:r>
            <a:r>
              <a:rPr sz="2400" dirty="0" err="1">
                <a:solidFill>
                  <a:srgbClr val="B0006A"/>
                </a:solidFill>
                <a:latin typeface="Consolas"/>
              </a:rPr>
              <a:t>symlink</a:t>
            </a:r>
            <a:r>
              <a:rPr sz="2400" dirty="0">
                <a:solidFill>
                  <a:srgbClr val="B0006A"/>
                </a:solidFill>
                <a:latin typeface="Consolas"/>
              </a:rPr>
              <a:t>-install</a:t>
            </a:r>
            <a:r>
              <a:rPr sz="2400" dirty="0"/>
              <a:t> → changes to Python files work without rebuilding</a:t>
            </a:r>
          </a:p>
        </p:txBody>
      </p:sp>
      <p:sp>
        <p:nvSpPr>
          <p:cNvPr id="3" name="Tijdelijke aanduiding voor dianummer 2">
            <a:extLst>
              <a:ext uri="{FF2B5EF4-FFF2-40B4-BE49-F238E27FC236}">
                <a16:creationId xmlns:a16="http://schemas.microsoft.com/office/drawing/2014/main" id="{439E666E-7D99-CB50-30B5-27395EBBC45C}"/>
              </a:ext>
            </a:extLst>
          </p:cNvPr>
          <p:cNvSpPr>
            <a:spLocks noGrp="1"/>
          </p:cNvSpPr>
          <p:nvPr>
            <p:ph type="sldNum" sz="quarter" idx="12"/>
          </p:nvPr>
        </p:nvSpPr>
        <p:spPr/>
        <p:txBody>
          <a:bodyPr/>
          <a:lstStyle/>
          <a:p>
            <a:fld id="{B7527A74-2D87-4307-9531-5A57D9647EEB}" type="slidenum">
              <a:rPr lang="nl-BE" smtClean="0"/>
              <a:pPr/>
              <a:t>43</a:t>
            </a:fld>
            <a:endParaRPr lang="nl-BE"/>
          </a:p>
        </p:txBody>
      </p:sp>
      <p:sp>
        <p:nvSpPr>
          <p:cNvPr id="4" name="Titel 3">
            <a:extLst>
              <a:ext uri="{FF2B5EF4-FFF2-40B4-BE49-F238E27FC236}">
                <a16:creationId xmlns:a16="http://schemas.microsoft.com/office/drawing/2014/main" id="{17FFE513-D3DD-E522-1886-835A9520012E}"/>
              </a:ext>
            </a:extLst>
          </p:cNvPr>
          <p:cNvSpPr>
            <a:spLocks noGrp="1"/>
          </p:cNvSpPr>
          <p:nvPr>
            <p:ph type="title"/>
          </p:nvPr>
        </p:nvSpPr>
        <p:spPr/>
        <p:txBody>
          <a:bodyPr/>
          <a:lstStyle/>
          <a:p>
            <a:r>
              <a:rPr lang="en-US" dirty="0"/>
              <a:t>Workspace and colcon</a:t>
            </a:r>
          </a:p>
        </p:txBody>
      </p:sp>
      <p:sp>
        <p:nvSpPr>
          <p:cNvPr id="5" name="Tijdelijke aanduiding voor datum 4">
            <a:extLst>
              <a:ext uri="{FF2B5EF4-FFF2-40B4-BE49-F238E27FC236}">
                <a16:creationId xmlns:a16="http://schemas.microsoft.com/office/drawing/2014/main" id="{C7D47B56-322F-BCB6-0920-3A6A2B8F75BF}"/>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EF5AA67C-1065-DE9F-2317-583D5019E796}"/>
              </a:ext>
            </a:extLst>
          </p:cNvPr>
          <p:cNvSpPr>
            <a:spLocks noGrp="1"/>
          </p:cNvSpPr>
          <p:nvPr>
            <p:ph type="ftr" sz="quarter" idx="11"/>
          </p:nvPr>
        </p:nvSpPr>
        <p:spPr/>
        <p:txBody>
          <a:bodyPr/>
          <a:lstStyle/>
          <a:p>
            <a:r>
              <a:rPr lang="en-US" dirty="0"/>
              <a:t>Robotics &amp; edge AI – Introduction to ROS 2</a:t>
            </a:r>
            <a:endParaRPr lang="nl-BE" dirty="0"/>
          </a:p>
        </p:txBody>
      </p:sp>
      <p:sp>
        <p:nvSpPr>
          <p:cNvPr id="7" name="Code"/>
          <p:cNvSpPr/>
          <p:nvPr/>
        </p:nvSpPr>
        <p:spPr>
          <a:xfrm>
            <a:off x="10058400" y="2103120"/>
            <a:ext cx="7223760" cy="2090928"/>
          </a:xfrm>
          <a:prstGeom prst="roundRect">
            <a:avLst>
              <a:gd name="adj" fmla="val 5247"/>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D4D4D4"/>
                </a:solidFill>
                <a:latin typeface="Consolas"/>
              </a:rPr>
              <a:t>~/ros2_ws/</a:t>
            </a:r>
          </a:p>
          <a:p>
            <a:pPr algn="l">
              <a:lnSpc>
                <a:spcPct val="100000"/>
              </a:lnSpc>
            </a:pPr>
            <a:r>
              <a:rPr sz="2000">
                <a:solidFill>
                  <a:srgbClr val="D4D4D4"/>
                </a:solidFill>
                <a:latin typeface="Consolas"/>
              </a:rPr>
              <a:t>├── src/       </a:t>
            </a:r>
            <a:r>
              <a:rPr sz="2000">
                <a:solidFill>
                  <a:srgbClr val="6A9955"/>
                </a:solidFill>
                <a:latin typeface="Consolas"/>
              </a:rPr>
              <a:t>your packages (code)</a:t>
            </a:r>
          </a:p>
          <a:p>
            <a:pPr algn="l">
              <a:lnSpc>
                <a:spcPct val="100000"/>
              </a:lnSpc>
            </a:pPr>
            <a:r>
              <a:rPr sz="2000">
                <a:solidFill>
                  <a:srgbClr val="D4D4D4"/>
                </a:solidFill>
                <a:latin typeface="Consolas"/>
              </a:rPr>
              <a:t>├── build/     </a:t>
            </a:r>
            <a:r>
              <a:rPr sz="2000">
                <a:solidFill>
                  <a:srgbClr val="6A9955"/>
                </a:solidFill>
                <a:latin typeface="Consolas"/>
              </a:rPr>
              <a:t>intermediate files</a:t>
            </a:r>
          </a:p>
          <a:p>
            <a:pPr algn="l">
              <a:lnSpc>
                <a:spcPct val="100000"/>
              </a:lnSpc>
            </a:pPr>
            <a:r>
              <a:rPr sz="2000">
                <a:solidFill>
                  <a:srgbClr val="D4D4D4"/>
                </a:solidFill>
                <a:latin typeface="Consolas"/>
              </a:rPr>
              <a:t>├── install/   </a:t>
            </a:r>
            <a:r>
              <a:rPr sz="2000">
                <a:solidFill>
                  <a:srgbClr val="6A9955"/>
                </a:solidFill>
                <a:latin typeface="Consolas"/>
              </a:rPr>
              <a:t>built packages</a:t>
            </a:r>
          </a:p>
          <a:p>
            <a:pPr algn="l">
              <a:lnSpc>
                <a:spcPct val="100000"/>
              </a:lnSpc>
            </a:pPr>
            <a:r>
              <a:rPr sz="2000">
                <a:solidFill>
                  <a:srgbClr val="D4D4D4"/>
                </a:solidFill>
                <a:latin typeface="Consolas"/>
              </a:rPr>
              <a:t>│              </a:t>
            </a:r>
            <a:r>
              <a:rPr sz="2000">
                <a:solidFill>
                  <a:srgbClr val="6A9955"/>
                </a:solidFill>
                <a:latin typeface="Consolas"/>
              </a:rPr>
              <a:t>+ setup.bash</a:t>
            </a:r>
          </a:p>
          <a:p>
            <a:pPr algn="l">
              <a:lnSpc>
                <a:spcPct val="100000"/>
              </a:lnSpc>
            </a:pPr>
            <a:r>
              <a:rPr sz="2000">
                <a:solidFill>
                  <a:srgbClr val="D4D4D4"/>
                </a:solidFill>
                <a:latin typeface="Consolas"/>
              </a:rPr>
              <a:t>└── log/       </a:t>
            </a:r>
            <a:r>
              <a:rPr sz="2000">
                <a:solidFill>
                  <a:srgbClr val="6A9955"/>
                </a:solidFill>
                <a:latin typeface="Consolas"/>
              </a:rPr>
              <a:t>build logs</a:t>
            </a:r>
          </a:p>
        </p:txBody>
      </p:sp>
    </p:spTree>
    <p:extLst>
      <p:ext uri="{BB962C8B-B14F-4D97-AF65-F5344CB8AC3E}">
        <p14:creationId xmlns:p14="http://schemas.microsoft.com/office/powerpoint/2010/main" val="5525918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D451D-F864-3B31-0F36-6BCCD3A5BAF6}"/>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7F857F95-B948-F5C6-D42C-D8EE90D25411}"/>
              </a:ext>
            </a:extLst>
          </p:cNvPr>
          <p:cNvSpPr>
            <a:spLocks noGrp="1"/>
          </p:cNvSpPr>
          <p:nvPr>
            <p:ph type="body" sz="quarter" idx="17"/>
          </p:nvPr>
        </p:nvSpPr>
        <p:spPr>
          <a:xfrm>
            <a:off x="996696" y="1783080"/>
            <a:ext cx="16294608" cy="640080"/>
          </a:xfrm>
        </p:spPr>
        <p:txBody>
          <a:bodyPr/>
          <a:lstStyle/>
          <a:p>
            <a:pPr marL="571500" indent="-571500" algn="l">
              <a:spcAft>
                <a:spcPts val="600"/>
              </a:spcAft>
              <a:buClr>
                <a:srgbClr val="000000"/>
              </a:buClr>
              <a:buFont typeface="Arial"/>
              <a:buChar char="•"/>
            </a:pPr>
            <a:r>
              <a:rPr sz="2600"/>
              <a:t>Create a Python package in the </a:t>
            </a:r>
            <a:r>
              <a:rPr sz="2600">
                <a:solidFill>
                  <a:srgbClr val="B0006A"/>
                </a:solidFill>
                <a:latin typeface="Consolas"/>
              </a:rPr>
              <a:t>src</a:t>
            </a:r>
            <a:r>
              <a:rPr sz="2600"/>
              <a:t> folder:</a:t>
            </a:r>
          </a:p>
        </p:txBody>
      </p:sp>
      <p:sp>
        <p:nvSpPr>
          <p:cNvPr id="3" name="Tijdelijke aanduiding voor dianummer 2">
            <a:extLst>
              <a:ext uri="{FF2B5EF4-FFF2-40B4-BE49-F238E27FC236}">
                <a16:creationId xmlns:a16="http://schemas.microsoft.com/office/drawing/2014/main" id="{257B85A0-96AE-910A-D8DB-3ABB227B2215}"/>
              </a:ext>
            </a:extLst>
          </p:cNvPr>
          <p:cNvSpPr>
            <a:spLocks noGrp="1"/>
          </p:cNvSpPr>
          <p:nvPr>
            <p:ph type="sldNum" sz="quarter" idx="12"/>
          </p:nvPr>
        </p:nvSpPr>
        <p:spPr/>
        <p:txBody>
          <a:bodyPr/>
          <a:lstStyle/>
          <a:p>
            <a:fld id="{B7527A74-2D87-4307-9531-5A57D9647EEB}" type="slidenum">
              <a:rPr lang="nl-BE" smtClean="0"/>
              <a:pPr/>
              <a:t>44</a:t>
            </a:fld>
            <a:endParaRPr lang="nl-BE"/>
          </a:p>
        </p:txBody>
      </p:sp>
      <p:sp>
        <p:nvSpPr>
          <p:cNvPr id="4" name="Titel 3">
            <a:extLst>
              <a:ext uri="{FF2B5EF4-FFF2-40B4-BE49-F238E27FC236}">
                <a16:creationId xmlns:a16="http://schemas.microsoft.com/office/drawing/2014/main" id="{47A9C4A6-DD5D-2DF9-DB41-416102D9275D}"/>
              </a:ext>
            </a:extLst>
          </p:cNvPr>
          <p:cNvSpPr>
            <a:spLocks noGrp="1"/>
          </p:cNvSpPr>
          <p:nvPr>
            <p:ph type="title"/>
          </p:nvPr>
        </p:nvSpPr>
        <p:spPr/>
        <p:txBody>
          <a:bodyPr/>
          <a:lstStyle/>
          <a:p>
            <a:r>
              <a:rPr lang="en-US" dirty="0"/>
              <a:t>Creating packages</a:t>
            </a:r>
          </a:p>
        </p:txBody>
      </p:sp>
      <p:sp>
        <p:nvSpPr>
          <p:cNvPr id="5" name="Tijdelijke aanduiding voor datum 4">
            <a:extLst>
              <a:ext uri="{FF2B5EF4-FFF2-40B4-BE49-F238E27FC236}">
                <a16:creationId xmlns:a16="http://schemas.microsoft.com/office/drawing/2014/main" id="{B32764FF-36F1-FC75-52C2-E4552478D2FB}"/>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3666B486-BB34-34B8-F456-EA3074246F98}"/>
              </a:ext>
            </a:extLst>
          </p:cNvPr>
          <p:cNvSpPr>
            <a:spLocks noGrp="1"/>
          </p:cNvSpPr>
          <p:nvPr>
            <p:ph type="ftr" sz="quarter" idx="11"/>
          </p:nvPr>
        </p:nvSpPr>
        <p:spPr/>
        <p:txBody>
          <a:bodyPr/>
          <a:lstStyle/>
          <a:p>
            <a:r>
              <a:rPr lang="en-US"/>
              <a:t>Robotics &amp; edge AI – Introduction to ROS 2</a:t>
            </a:r>
            <a:endParaRPr lang="nl-BE" dirty="0"/>
          </a:p>
        </p:txBody>
      </p:sp>
      <p:sp>
        <p:nvSpPr>
          <p:cNvPr id="7" name="Code"/>
          <p:cNvSpPr/>
          <p:nvPr/>
        </p:nvSpPr>
        <p:spPr>
          <a:xfrm>
            <a:off x="996696" y="2514600"/>
            <a:ext cx="16294608" cy="892048"/>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dirty="0">
                <a:solidFill>
                  <a:srgbClr val="D4D4D4"/>
                </a:solidFill>
                <a:latin typeface="Consolas"/>
              </a:rPr>
              <a:t>cd ~/ros2_ws/</a:t>
            </a:r>
            <a:r>
              <a:rPr sz="2000" dirty="0" err="1">
                <a:solidFill>
                  <a:srgbClr val="D4D4D4"/>
                </a:solidFill>
                <a:latin typeface="Consolas"/>
              </a:rPr>
              <a:t>src</a:t>
            </a:r>
            <a:endParaRPr sz="2000" dirty="0">
              <a:solidFill>
                <a:srgbClr val="D4D4D4"/>
              </a:solidFill>
              <a:latin typeface="Consolas"/>
            </a:endParaRPr>
          </a:p>
          <a:p>
            <a:pPr algn="l">
              <a:lnSpc>
                <a:spcPct val="100000"/>
              </a:lnSpc>
            </a:pPr>
            <a:r>
              <a:rPr sz="2000" dirty="0">
                <a:solidFill>
                  <a:srgbClr val="D4D4D4"/>
                </a:solidFill>
                <a:latin typeface="Consolas"/>
              </a:rPr>
              <a:t>ros2 pkg create </a:t>
            </a:r>
            <a:r>
              <a:rPr sz="2000" dirty="0" err="1">
                <a:solidFill>
                  <a:srgbClr val="D4D4D4"/>
                </a:solidFill>
                <a:latin typeface="Consolas"/>
              </a:rPr>
              <a:t>my_robot_controller</a:t>
            </a:r>
            <a:r>
              <a:rPr sz="2000" dirty="0">
                <a:solidFill>
                  <a:srgbClr val="D4D4D4"/>
                </a:solidFill>
                <a:latin typeface="Consolas"/>
              </a:rPr>
              <a:t> --build-type </a:t>
            </a:r>
            <a:r>
              <a:rPr sz="2000" dirty="0" err="1">
                <a:solidFill>
                  <a:srgbClr val="D4D4D4"/>
                </a:solidFill>
                <a:latin typeface="Consolas"/>
              </a:rPr>
              <a:t>ament_python</a:t>
            </a:r>
            <a:r>
              <a:rPr sz="2000" dirty="0">
                <a:solidFill>
                  <a:srgbClr val="D4D4D4"/>
                </a:solidFill>
                <a:latin typeface="Consolas"/>
              </a:rPr>
              <a:t> --dependencies </a:t>
            </a:r>
            <a:r>
              <a:rPr sz="2000" dirty="0" err="1">
                <a:solidFill>
                  <a:srgbClr val="D4D4D4"/>
                </a:solidFill>
                <a:latin typeface="Consolas"/>
              </a:rPr>
              <a:t>rclpy</a:t>
            </a:r>
            <a:endParaRPr sz="2000" dirty="0">
              <a:solidFill>
                <a:srgbClr val="D4D4D4"/>
              </a:solidFill>
              <a:latin typeface="Consolas"/>
            </a:endParaRPr>
          </a:p>
        </p:txBody>
      </p:sp>
      <p:sp>
        <p:nvSpPr>
          <p:cNvPr id="8" name="TextBox 7"/>
          <p:cNvSpPr txBox="1"/>
          <p:nvPr/>
        </p:nvSpPr>
        <p:spPr>
          <a:xfrm>
            <a:off x="996696" y="3886200"/>
            <a:ext cx="16294608" cy="3108960"/>
          </a:xfrm>
          <a:prstGeom prst="rect">
            <a:avLst/>
          </a:prstGeom>
          <a:noFill/>
        </p:spPr>
        <p:txBody>
          <a:bodyPr wrap="square" lIns="0" tIns="0" rIns="0" bIns="0" anchor="t">
            <a:noAutofit/>
          </a:bodyPr>
          <a:lstStyle/>
          <a:p>
            <a:pPr marL="571500" indent="-571500" algn="l">
              <a:spcAft>
                <a:spcPts val="800"/>
              </a:spcAft>
              <a:buClr>
                <a:srgbClr val="000000"/>
              </a:buClr>
              <a:buFont typeface="Arial"/>
              <a:buChar char="•"/>
            </a:pPr>
            <a:r>
              <a:rPr sz="2600" dirty="0">
                <a:solidFill>
                  <a:srgbClr val="000000"/>
                </a:solidFill>
              </a:rPr>
              <a:t>What is inside the package (open it in VS Code):</a:t>
            </a:r>
          </a:p>
          <a:p>
            <a:pPr marL="1143000" lvl="1" indent="-457200" algn="l">
              <a:spcAft>
                <a:spcPts val="800"/>
              </a:spcAft>
              <a:buClr>
                <a:srgbClr val="000000"/>
              </a:buClr>
              <a:buFont typeface="Arial"/>
              <a:buChar char="•"/>
            </a:pPr>
            <a:r>
              <a:rPr sz="2200" dirty="0">
                <a:solidFill>
                  <a:srgbClr val="B0006A"/>
                </a:solidFill>
                <a:latin typeface="Consolas"/>
              </a:rPr>
              <a:t>package.xml</a:t>
            </a:r>
            <a:r>
              <a:rPr sz="2200" dirty="0">
                <a:solidFill>
                  <a:srgbClr val="000000"/>
                </a:solidFill>
              </a:rPr>
              <a:t>: name, version, description, maintainer and </a:t>
            </a:r>
            <a:r>
              <a:rPr sz="2200" b="1" dirty="0">
                <a:solidFill>
                  <a:srgbClr val="000000"/>
                </a:solidFill>
              </a:rPr>
              <a:t>dependencies</a:t>
            </a:r>
          </a:p>
          <a:p>
            <a:pPr marL="1143000" lvl="1" indent="-457200" algn="l">
              <a:spcAft>
                <a:spcPts val="800"/>
              </a:spcAft>
              <a:buClr>
                <a:srgbClr val="000000"/>
              </a:buClr>
              <a:buFont typeface="Arial"/>
              <a:buChar char="•"/>
            </a:pPr>
            <a:r>
              <a:rPr sz="2200" dirty="0">
                <a:solidFill>
                  <a:srgbClr val="B0006A"/>
                </a:solidFill>
                <a:latin typeface="Consolas"/>
              </a:rPr>
              <a:t>setup.py</a:t>
            </a:r>
            <a:r>
              <a:rPr sz="2200" dirty="0">
                <a:solidFill>
                  <a:srgbClr val="000000"/>
                </a:solidFill>
              </a:rPr>
              <a:t>: how to install the package, and the </a:t>
            </a:r>
            <a:r>
              <a:rPr sz="2200" b="1" dirty="0">
                <a:solidFill>
                  <a:srgbClr val="000000"/>
                </a:solidFill>
              </a:rPr>
              <a:t>entry points</a:t>
            </a:r>
            <a:r>
              <a:rPr sz="2200" dirty="0">
                <a:solidFill>
                  <a:srgbClr val="000000"/>
                </a:solidFill>
              </a:rPr>
              <a:t> (our executables)</a:t>
            </a:r>
          </a:p>
          <a:p>
            <a:pPr marL="1143000" lvl="1" indent="-457200" algn="l">
              <a:spcAft>
                <a:spcPts val="800"/>
              </a:spcAft>
              <a:buClr>
                <a:srgbClr val="000000"/>
              </a:buClr>
              <a:buFont typeface="Arial"/>
              <a:buChar char="•"/>
            </a:pPr>
            <a:r>
              <a:rPr sz="2200" dirty="0" err="1">
                <a:solidFill>
                  <a:srgbClr val="B0006A"/>
                </a:solidFill>
                <a:latin typeface="Consolas"/>
              </a:rPr>
              <a:t>setup.cfg</a:t>
            </a:r>
            <a:r>
              <a:rPr sz="2200" dirty="0">
                <a:solidFill>
                  <a:srgbClr val="000000"/>
                </a:solidFill>
              </a:rPr>
              <a:t>: extra configuration (we don’t touch this)</a:t>
            </a:r>
          </a:p>
          <a:p>
            <a:pPr marL="1143000" lvl="1" indent="-457200" algn="l">
              <a:spcAft>
                <a:spcPts val="800"/>
              </a:spcAft>
              <a:buClr>
                <a:srgbClr val="000000"/>
              </a:buClr>
              <a:buFont typeface="Arial"/>
              <a:buChar char="•"/>
            </a:pPr>
            <a:r>
              <a:rPr sz="2200" dirty="0" err="1">
                <a:solidFill>
                  <a:srgbClr val="B0006A"/>
                </a:solidFill>
                <a:latin typeface="Consolas"/>
              </a:rPr>
              <a:t>my_robot_controller</a:t>
            </a:r>
            <a:r>
              <a:rPr sz="2200" dirty="0">
                <a:solidFill>
                  <a:srgbClr val="B0006A"/>
                </a:solidFill>
                <a:latin typeface="Consolas"/>
              </a:rPr>
              <a:t>/</a:t>
            </a:r>
            <a:r>
              <a:rPr sz="2200" dirty="0">
                <a:solidFill>
                  <a:srgbClr val="000000"/>
                </a:solidFill>
              </a:rPr>
              <a:t>: the folder for </a:t>
            </a:r>
            <a:r>
              <a:rPr sz="2200" b="1" dirty="0">
                <a:solidFill>
                  <a:srgbClr val="000000"/>
                </a:solidFill>
              </a:rPr>
              <a:t>your Python code</a:t>
            </a:r>
            <a:r>
              <a:rPr sz="2200" dirty="0">
                <a:solidFill>
                  <a:srgbClr val="000000"/>
                </a:solidFill>
              </a:rPr>
              <a:t> (nodes)</a:t>
            </a:r>
          </a:p>
          <a:p>
            <a:pPr marL="571500" indent="-571500" algn="l">
              <a:spcAft>
                <a:spcPts val="800"/>
              </a:spcAft>
              <a:buClr>
                <a:srgbClr val="000000"/>
              </a:buClr>
              <a:buFont typeface="Arial"/>
              <a:buChar char="•"/>
            </a:pPr>
            <a:r>
              <a:rPr sz="2600" dirty="0">
                <a:solidFill>
                  <a:srgbClr val="000000"/>
                </a:solidFill>
              </a:rPr>
              <a:t>After creating or changing a package, build again:</a:t>
            </a:r>
          </a:p>
        </p:txBody>
      </p:sp>
      <p:sp>
        <p:nvSpPr>
          <p:cNvPr id="9" name="Code"/>
          <p:cNvSpPr/>
          <p:nvPr/>
        </p:nvSpPr>
        <p:spPr>
          <a:xfrm>
            <a:off x="996696" y="6720840"/>
            <a:ext cx="7315200" cy="592328"/>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D4D4D4"/>
                </a:solidFill>
                <a:latin typeface="Consolas"/>
              </a:rPr>
              <a:t>cd ~/ros2_ws &amp;&amp; colcon build</a:t>
            </a:r>
          </a:p>
        </p:txBody>
      </p:sp>
    </p:spTree>
    <p:extLst>
      <p:ext uri="{BB962C8B-B14F-4D97-AF65-F5344CB8AC3E}">
        <p14:creationId xmlns:p14="http://schemas.microsoft.com/office/powerpoint/2010/main" val="3227251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7F3E3-9EF8-D9B2-664E-05E1DB857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DA74D-53F2-A43F-C63C-9ABAEC16C060}"/>
              </a:ext>
            </a:extLst>
          </p:cNvPr>
          <p:cNvSpPr>
            <a:spLocks noGrp="1"/>
          </p:cNvSpPr>
          <p:nvPr>
            <p:ph type="ctrTitle"/>
          </p:nvPr>
        </p:nvSpPr>
        <p:spPr/>
        <p:txBody>
          <a:bodyPr/>
          <a:lstStyle/>
          <a:p>
            <a:r>
              <a:rPr lang="nl-BE" dirty="0" err="1"/>
              <a:t>Table</a:t>
            </a:r>
            <a:r>
              <a:rPr lang="nl-BE" dirty="0"/>
              <a:t> of content</a:t>
            </a:r>
            <a:endParaRPr lang="en-US" dirty="0"/>
          </a:p>
        </p:txBody>
      </p:sp>
      <p:sp>
        <p:nvSpPr>
          <p:cNvPr id="3" name="Subtitle 2">
            <a:extLst>
              <a:ext uri="{FF2B5EF4-FFF2-40B4-BE49-F238E27FC236}">
                <a16:creationId xmlns:a16="http://schemas.microsoft.com/office/drawing/2014/main" id="{0AEA2A04-030F-48A8-D5AE-D00BB0AC53A6}"/>
              </a:ext>
            </a:extLst>
          </p:cNvPr>
          <p:cNvSpPr>
            <a:spLocks noGrp="1"/>
          </p:cNvSpPr>
          <p:nvPr>
            <p:ph type="subTitle" idx="1"/>
          </p:nvPr>
        </p:nvSpPr>
        <p:spPr/>
        <p:txBody>
          <a:bodyPr/>
          <a:lstStyle/>
          <a:p>
            <a:r>
              <a:rPr lang="en-GB" dirty="0"/>
              <a:t>Introduction robotics</a:t>
            </a:r>
          </a:p>
          <a:p>
            <a:r>
              <a:rPr dirty="0"/>
              <a:t>What is ROS?</a:t>
            </a:r>
          </a:p>
          <a:p>
            <a:r>
              <a:rPr dirty="0"/>
              <a:t>Setting up: WSL, VS Code and ROS 2 Jazzy</a:t>
            </a:r>
          </a:p>
          <a:p>
            <a:r>
              <a:rPr dirty="0"/>
              <a:t>First steps: prebuilt nodes, CLI and </a:t>
            </a:r>
            <a:r>
              <a:rPr dirty="0" err="1"/>
              <a:t>rqt</a:t>
            </a:r>
            <a:endParaRPr dirty="0"/>
          </a:p>
          <a:p>
            <a:r>
              <a:rPr dirty="0"/>
              <a:t>Workspaces and packages</a:t>
            </a:r>
          </a:p>
          <a:p>
            <a:r>
              <a:rPr b="1" dirty="0"/>
              <a:t>Writing our own nodes</a:t>
            </a:r>
          </a:p>
        </p:txBody>
      </p:sp>
    </p:spTree>
    <p:extLst>
      <p:ext uri="{BB962C8B-B14F-4D97-AF65-F5344CB8AC3E}">
        <p14:creationId xmlns:p14="http://schemas.microsoft.com/office/powerpoint/2010/main" val="1784926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17447-7FC7-7AEB-019F-40233222D34F}"/>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9115E43-4862-D10B-D6D9-7C65F711763C}"/>
              </a:ext>
            </a:extLst>
          </p:cNvPr>
          <p:cNvSpPr>
            <a:spLocks noGrp="1"/>
          </p:cNvSpPr>
          <p:nvPr>
            <p:ph type="body" sz="quarter" idx="17"/>
          </p:nvPr>
        </p:nvSpPr>
        <p:spPr>
          <a:xfrm>
            <a:off x="996696" y="1783080"/>
            <a:ext cx="8138160" cy="4206240"/>
          </a:xfrm>
        </p:spPr>
        <p:txBody>
          <a:bodyPr/>
          <a:lstStyle/>
          <a:p>
            <a:pPr marL="571500" indent="-571500" algn="l">
              <a:spcAft>
                <a:spcPts val="600"/>
              </a:spcAft>
              <a:buClr>
                <a:srgbClr val="000000"/>
              </a:buClr>
              <a:buFont typeface="Arial"/>
              <a:buChar char="•"/>
            </a:pPr>
            <a:r>
              <a:rPr sz="2400" dirty="0"/>
              <a:t>Create </a:t>
            </a:r>
            <a:r>
              <a:rPr sz="2400" dirty="0">
                <a:solidFill>
                  <a:srgbClr val="B0006A"/>
                </a:solidFill>
                <a:latin typeface="Consolas"/>
              </a:rPr>
              <a:t>my_first_node.py</a:t>
            </a:r>
            <a:r>
              <a:rPr sz="2400" dirty="0"/>
              <a:t> in the </a:t>
            </a:r>
            <a:r>
              <a:rPr sz="2400" i="1" dirty="0"/>
              <a:t>inner</a:t>
            </a:r>
            <a:r>
              <a:rPr sz="2400" dirty="0"/>
              <a:t> folder </a:t>
            </a:r>
            <a:r>
              <a:rPr sz="2400" dirty="0" err="1">
                <a:solidFill>
                  <a:srgbClr val="B0006A"/>
                </a:solidFill>
                <a:latin typeface="Consolas"/>
              </a:rPr>
              <a:t>my_robot_controller</a:t>
            </a:r>
            <a:r>
              <a:rPr sz="2400" dirty="0">
                <a:solidFill>
                  <a:srgbClr val="B0006A"/>
                </a:solidFill>
                <a:latin typeface="Consolas"/>
              </a:rPr>
              <a:t>/</a:t>
            </a:r>
            <a:r>
              <a:rPr sz="2400" dirty="0" err="1">
                <a:solidFill>
                  <a:srgbClr val="B0006A"/>
                </a:solidFill>
                <a:latin typeface="Consolas"/>
              </a:rPr>
              <a:t>my_robot_controller</a:t>
            </a:r>
            <a:r>
              <a:rPr sz="2400" dirty="0">
                <a:solidFill>
                  <a:srgbClr val="B0006A"/>
                </a:solidFill>
                <a:latin typeface="Consolas"/>
              </a:rPr>
              <a:t>/</a:t>
            </a:r>
          </a:p>
          <a:p>
            <a:pPr marL="571500" indent="-571500" algn="l">
              <a:spcAft>
                <a:spcPts val="600"/>
              </a:spcAft>
              <a:buClr>
                <a:srgbClr val="000000"/>
              </a:buClr>
              <a:buFont typeface="Arial"/>
              <a:buChar char="•"/>
            </a:pPr>
            <a:r>
              <a:rPr sz="2400" dirty="0"/>
              <a:t>Line 1 </a:t>
            </a:r>
            <a:r>
              <a:rPr sz="2400" dirty="0">
                <a:solidFill>
                  <a:srgbClr val="B0006A"/>
                </a:solidFill>
                <a:latin typeface="Consolas"/>
              </a:rPr>
              <a:t>#!/usr/bin/env python3</a:t>
            </a:r>
            <a:r>
              <a:rPr sz="2400" dirty="0"/>
              <a:t> tells Linux to run the file with Python</a:t>
            </a:r>
          </a:p>
          <a:p>
            <a:pPr marL="571500" indent="-571500" algn="l">
              <a:spcAft>
                <a:spcPts val="600"/>
              </a:spcAft>
              <a:buClr>
                <a:srgbClr val="000000"/>
              </a:buClr>
              <a:buFont typeface="Arial"/>
              <a:buChar char="•"/>
            </a:pPr>
            <a:r>
              <a:rPr sz="2400" dirty="0" err="1">
                <a:solidFill>
                  <a:srgbClr val="B0006A"/>
                </a:solidFill>
                <a:latin typeface="Consolas"/>
              </a:rPr>
              <a:t>rclpy</a:t>
            </a:r>
            <a:r>
              <a:rPr sz="2400" dirty="0"/>
              <a:t> is the ROS 2 Python library; every node is a class that inherits from </a:t>
            </a:r>
            <a:r>
              <a:rPr sz="2400" dirty="0">
                <a:solidFill>
                  <a:srgbClr val="B0006A"/>
                </a:solidFill>
                <a:latin typeface="Consolas"/>
              </a:rPr>
              <a:t>Node</a:t>
            </a:r>
          </a:p>
          <a:p>
            <a:pPr marL="571500" indent="-571500" algn="l">
              <a:spcAft>
                <a:spcPts val="600"/>
              </a:spcAft>
              <a:buClr>
                <a:srgbClr val="000000"/>
              </a:buClr>
              <a:buFont typeface="Arial"/>
              <a:buChar char="•"/>
            </a:pPr>
            <a:r>
              <a:rPr sz="2400" dirty="0"/>
              <a:t>Make the file executable and test it in the VS Code terminal:</a:t>
            </a:r>
          </a:p>
        </p:txBody>
      </p:sp>
      <p:sp>
        <p:nvSpPr>
          <p:cNvPr id="3" name="Tijdelijke aanduiding voor dianummer 2">
            <a:extLst>
              <a:ext uri="{FF2B5EF4-FFF2-40B4-BE49-F238E27FC236}">
                <a16:creationId xmlns:a16="http://schemas.microsoft.com/office/drawing/2014/main" id="{27B9A54C-0FE1-5ACA-C824-1E99CA2BE5E2}"/>
              </a:ext>
            </a:extLst>
          </p:cNvPr>
          <p:cNvSpPr>
            <a:spLocks noGrp="1"/>
          </p:cNvSpPr>
          <p:nvPr>
            <p:ph type="sldNum" sz="quarter" idx="12"/>
          </p:nvPr>
        </p:nvSpPr>
        <p:spPr/>
        <p:txBody>
          <a:bodyPr/>
          <a:lstStyle/>
          <a:p>
            <a:fld id="{B7527A74-2D87-4307-9531-5A57D9647EEB}" type="slidenum">
              <a:rPr lang="nl-BE" smtClean="0"/>
              <a:pPr/>
              <a:t>46</a:t>
            </a:fld>
            <a:endParaRPr lang="nl-BE"/>
          </a:p>
        </p:txBody>
      </p:sp>
      <p:sp>
        <p:nvSpPr>
          <p:cNvPr id="4" name="Titel 3">
            <a:extLst>
              <a:ext uri="{FF2B5EF4-FFF2-40B4-BE49-F238E27FC236}">
                <a16:creationId xmlns:a16="http://schemas.microsoft.com/office/drawing/2014/main" id="{416D55CD-BB25-8938-385C-0E4728428D5E}"/>
              </a:ext>
            </a:extLst>
          </p:cNvPr>
          <p:cNvSpPr>
            <a:spLocks noGrp="1"/>
          </p:cNvSpPr>
          <p:nvPr>
            <p:ph type="title"/>
          </p:nvPr>
        </p:nvSpPr>
        <p:spPr/>
        <p:txBody>
          <a:bodyPr/>
          <a:lstStyle/>
          <a:p>
            <a:r>
              <a:rPr lang="en-US" dirty="0"/>
              <a:t>Creating our first node</a:t>
            </a:r>
          </a:p>
        </p:txBody>
      </p:sp>
      <p:sp>
        <p:nvSpPr>
          <p:cNvPr id="5" name="Tijdelijke aanduiding voor datum 4">
            <a:extLst>
              <a:ext uri="{FF2B5EF4-FFF2-40B4-BE49-F238E27FC236}">
                <a16:creationId xmlns:a16="http://schemas.microsoft.com/office/drawing/2014/main" id="{30565DBE-798D-1644-7090-18924418DC21}"/>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56EF9D70-5FD8-6486-BEF1-BD17C189B957}"/>
              </a:ext>
            </a:extLst>
          </p:cNvPr>
          <p:cNvSpPr>
            <a:spLocks noGrp="1"/>
          </p:cNvSpPr>
          <p:nvPr>
            <p:ph type="ftr" sz="quarter" idx="11"/>
          </p:nvPr>
        </p:nvSpPr>
        <p:spPr/>
        <p:txBody>
          <a:bodyPr/>
          <a:lstStyle/>
          <a:p>
            <a:r>
              <a:rPr lang="en-US"/>
              <a:t>Robotics &amp; edge AI – Introduction to ROS 2</a:t>
            </a:r>
            <a:endParaRPr lang="nl-BE" dirty="0"/>
          </a:p>
        </p:txBody>
      </p:sp>
      <p:sp>
        <p:nvSpPr>
          <p:cNvPr id="11" name="Tekstvak 10">
            <a:extLst>
              <a:ext uri="{FF2B5EF4-FFF2-40B4-BE49-F238E27FC236}">
                <a16:creationId xmlns:a16="http://schemas.microsoft.com/office/drawing/2014/main" id="{397AFEFB-AE06-B801-428D-38734F8B1C82}"/>
              </a:ext>
            </a:extLst>
          </p:cNvPr>
          <p:cNvSpPr txBox="1"/>
          <p:nvPr/>
        </p:nvSpPr>
        <p:spPr>
          <a:xfrm>
            <a:off x="9601200" y="2011680"/>
            <a:ext cx="7680960" cy="6581368"/>
          </a:xfrm>
          <a:prstGeom prst="rect">
            <a:avLst/>
          </a:prstGeom>
          <a:solidFill>
            <a:srgbClr val="1E1E1E"/>
          </a:solidFill>
        </p:spPr>
        <p:txBody>
          <a:bodyPr wrap="none" lIns="228600" tIns="137160" rIns="228600" bIns="137160" rtlCol="0">
            <a:spAutoFit/>
          </a:bodyPr>
          <a:lstStyle/>
          <a:p>
            <a:pPr>
              <a:buNone/>
            </a:pPr>
            <a:r>
              <a:rPr lang="en-US" sz="2000" b="0" dirty="0">
                <a:solidFill>
                  <a:srgbClr val="6A9955"/>
                </a:solidFill>
                <a:effectLst/>
                <a:latin typeface="Consolas" panose="020B0609020204030204" pitchFamily="49" charset="0"/>
              </a:rPr>
              <a:t>#!/usr/bin/env python3</a:t>
            </a:r>
            <a:endParaRPr lang="en-US" sz="2000" b="0" dirty="0">
              <a:solidFill>
                <a:srgbClr val="CCCCCC"/>
              </a:solidFill>
              <a:effectLst/>
              <a:latin typeface="Consolas" panose="020B0609020204030204" pitchFamily="49" charset="0"/>
            </a:endParaRPr>
          </a:p>
          <a:p>
            <a:pPr>
              <a:buNone/>
            </a:pPr>
            <a:r>
              <a:rPr lang="en-US" sz="2000" b="0" dirty="0">
                <a:solidFill>
                  <a:srgbClr val="C586C0"/>
                </a:solidFill>
                <a:effectLst/>
                <a:latin typeface="Consolas" panose="020B0609020204030204" pitchFamily="49" charset="0"/>
              </a:rPr>
              <a:t>import</a:t>
            </a:r>
            <a:r>
              <a:rPr lang="en-US" sz="2000" b="0" dirty="0">
                <a:solidFill>
                  <a:srgbClr val="CCCCCC"/>
                </a:solidFill>
                <a:effectLst/>
                <a:latin typeface="Consolas" panose="020B0609020204030204" pitchFamily="49" charset="0"/>
              </a:rPr>
              <a:t> </a:t>
            </a:r>
            <a:r>
              <a:rPr lang="en-US" sz="2000" b="0" dirty="0" err="1">
                <a:solidFill>
                  <a:srgbClr val="4EC9B0"/>
                </a:solidFill>
                <a:effectLst/>
                <a:latin typeface="Consolas" panose="020B0609020204030204" pitchFamily="49" charset="0"/>
              </a:rPr>
              <a:t>rclpy</a:t>
            </a:r>
            <a:endParaRPr lang="en-US" sz="2000" b="0" dirty="0">
              <a:solidFill>
                <a:srgbClr val="CCCCCC"/>
              </a:solidFill>
              <a:effectLst/>
              <a:latin typeface="Consolas" panose="020B0609020204030204" pitchFamily="49" charset="0"/>
            </a:endParaRPr>
          </a:p>
          <a:p>
            <a:pPr>
              <a:buNone/>
            </a:pPr>
            <a:r>
              <a:rPr lang="en-US" sz="2000" b="0" dirty="0">
                <a:solidFill>
                  <a:srgbClr val="C586C0"/>
                </a:solidFill>
                <a:effectLst/>
                <a:latin typeface="Consolas" panose="020B0609020204030204" pitchFamily="49" charset="0"/>
              </a:rPr>
              <a:t>from</a:t>
            </a:r>
            <a:r>
              <a:rPr lang="en-US" sz="2000" b="0" dirty="0">
                <a:solidFill>
                  <a:srgbClr val="CCCCCC"/>
                </a:solidFill>
                <a:effectLst/>
                <a:latin typeface="Consolas" panose="020B0609020204030204" pitchFamily="49" charset="0"/>
              </a:rPr>
              <a:t> </a:t>
            </a:r>
            <a:r>
              <a:rPr lang="en-US" sz="2000" b="0" dirty="0" err="1">
                <a:solidFill>
                  <a:srgbClr val="CCCCCC"/>
                </a:solidFill>
                <a:effectLst/>
                <a:latin typeface="Consolas" panose="020B0609020204030204" pitchFamily="49" charset="0"/>
              </a:rPr>
              <a:t>rclpy.node</a:t>
            </a:r>
            <a:r>
              <a:rPr lang="en-US" sz="2000" b="0" dirty="0">
                <a:solidFill>
                  <a:srgbClr val="CCCCCC"/>
                </a:solidFill>
                <a:effectLst/>
                <a:latin typeface="Consolas" panose="020B0609020204030204" pitchFamily="49" charset="0"/>
              </a:rPr>
              <a:t> </a:t>
            </a:r>
            <a:r>
              <a:rPr lang="en-US" sz="2000" b="0" dirty="0">
                <a:solidFill>
                  <a:srgbClr val="C586C0"/>
                </a:solidFill>
                <a:effectLst/>
                <a:latin typeface="Consolas" panose="020B0609020204030204" pitchFamily="49" charset="0"/>
              </a:rPr>
              <a:t>import</a:t>
            </a:r>
            <a:r>
              <a:rPr lang="en-US" sz="2000" b="0" dirty="0">
                <a:solidFill>
                  <a:srgbClr val="CCCCCC"/>
                </a:solidFill>
                <a:effectLst/>
                <a:latin typeface="Consolas" panose="020B0609020204030204" pitchFamily="49" charset="0"/>
              </a:rPr>
              <a:t> Node</a:t>
            </a:r>
          </a:p>
          <a:p>
            <a:pPr>
              <a:buNone/>
            </a:pPr>
            <a:r>
              <a:rPr lang="en-US" sz="2000" b="0" dirty="0">
                <a:solidFill>
                  <a:srgbClr val="CCCCCC"/>
                </a:solidFill>
                <a:effectLst/>
                <a:latin typeface="Consolas" panose="020B0609020204030204" pitchFamily="49" charset="0"/>
              </a:rPr>
              <a:t>    </a:t>
            </a:r>
          </a:p>
          <a:p>
            <a:pPr>
              <a:buNone/>
            </a:pPr>
            <a:r>
              <a:rPr lang="en-US" sz="2000" b="0" dirty="0">
                <a:solidFill>
                  <a:srgbClr val="569CD6"/>
                </a:solidFill>
                <a:effectLst/>
                <a:latin typeface="Consolas" panose="020B0609020204030204" pitchFamily="49" charset="0"/>
              </a:rPr>
              <a:t>class</a:t>
            </a:r>
            <a:r>
              <a:rPr lang="en-US" sz="2000" b="0" dirty="0">
                <a:solidFill>
                  <a:srgbClr val="CCCCCC"/>
                </a:solidFill>
                <a:effectLst/>
                <a:latin typeface="Consolas" panose="020B0609020204030204" pitchFamily="49" charset="0"/>
              </a:rPr>
              <a:t> </a:t>
            </a:r>
            <a:r>
              <a:rPr lang="en-US" sz="2000" b="0" dirty="0" err="1">
                <a:solidFill>
                  <a:srgbClr val="4EC9B0"/>
                </a:solidFill>
                <a:effectLst/>
                <a:latin typeface="Consolas" panose="020B0609020204030204" pitchFamily="49" charset="0"/>
              </a:rPr>
              <a:t>MyNode</a:t>
            </a:r>
            <a:r>
              <a:rPr lang="en-US" sz="2000" b="0" dirty="0">
                <a:solidFill>
                  <a:srgbClr val="CCCCCC"/>
                </a:solidFill>
                <a:effectLst/>
                <a:latin typeface="Consolas" panose="020B0609020204030204" pitchFamily="49" charset="0"/>
              </a:rPr>
              <a:t>(</a:t>
            </a:r>
            <a:r>
              <a:rPr lang="en-US" sz="2000" b="0" dirty="0">
                <a:solidFill>
                  <a:srgbClr val="4EC9B0"/>
                </a:solidFill>
                <a:effectLst/>
                <a:latin typeface="Consolas" panose="020B0609020204030204" pitchFamily="49" charset="0"/>
              </a:rPr>
              <a:t>Node</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a:solidFill>
                  <a:srgbClr val="569CD6"/>
                </a:solidFill>
                <a:effectLst/>
                <a:latin typeface="Consolas" panose="020B0609020204030204" pitchFamily="49" charset="0"/>
              </a:rPr>
              <a:t>def</a:t>
            </a:r>
            <a:r>
              <a:rPr lang="en-US" sz="2000" b="0" dirty="0">
                <a:solidFill>
                  <a:srgbClr val="CCCCCC"/>
                </a:solidFill>
                <a:effectLst/>
                <a:latin typeface="Consolas" panose="020B0609020204030204" pitchFamily="49" charset="0"/>
              </a:rPr>
              <a:t> </a:t>
            </a:r>
            <a:r>
              <a:rPr lang="en-US" sz="2000" b="0" dirty="0">
                <a:solidFill>
                  <a:srgbClr val="DCDCAA"/>
                </a:solidFill>
                <a:effectLst/>
                <a:latin typeface="Consolas" panose="020B0609020204030204" pitchFamily="49" charset="0"/>
              </a:rPr>
              <a:t>__</a:t>
            </a:r>
            <a:r>
              <a:rPr lang="en-US" sz="2000" b="0" dirty="0" err="1">
                <a:solidFill>
                  <a:srgbClr val="DCDCAA"/>
                </a:solidFill>
                <a:effectLst/>
                <a:latin typeface="Consolas" panose="020B0609020204030204" pitchFamily="49" charset="0"/>
              </a:rPr>
              <a:t>init</a:t>
            </a:r>
            <a:r>
              <a:rPr lang="en-US" sz="2000" b="0" dirty="0">
                <a:solidFill>
                  <a:srgbClr val="DCDCAA"/>
                </a:solidFill>
                <a:effectLst/>
                <a:latin typeface="Consolas" panose="020B0609020204030204" pitchFamily="49" charset="0"/>
              </a:rPr>
              <a:t>__</a:t>
            </a:r>
            <a:r>
              <a:rPr lang="en-US" sz="2000" b="0" dirty="0">
                <a:solidFill>
                  <a:srgbClr val="CCCCCC"/>
                </a:solidFill>
                <a:effectLst/>
                <a:latin typeface="Consolas" panose="020B0609020204030204" pitchFamily="49" charset="0"/>
              </a:rPr>
              <a:t>(</a:t>
            </a:r>
            <a:r>
              <a:rPr lang="en-US" sz="2000" b="0" dirty="0">
                <a:solidFill>
                  <a:srgbClr val="9CDCFE"/>
                </a:solidFill>
                <a:effectLst/>
                <a:latin typeface="Consolas" panose="020B0609020204030204" pitchFamily="49" charset="0"/>
              </a:rPr>
              <a:t>self</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a:solidFill>
                  <a:srgbClr val="4EC9B0"/>
                </a:solidFill>
                <a:effectLst/>
                <a:latin typeface="Consolas" panose="020B0609020204030204" pitchFamily="49" charset="0"/>
              </a:rPr>
              <a:t>super</a:t>
            </a:r>
            <a:r>
              <a:rPr lang="en-US" sz="2000" b="0" dirty="0">
                <a:solidFill>
                  <a:srgbClr val="CCCCCC"/>
                </a:solidFill>
                <a:effectLst/>
                <a:latin typeface="Consolas" panose="020B0609020204030204" pitchFamily="49" charset="0"/>
              </a:rPr>
              <a:t>().</a:t>
            </a:r>
            <a:r>
              <a:rPr lang="en-US" sz="2000" b="0" dirty="0">
                <a:solidFill>
                  <a:srgbClr val="DCDCAA"/>
                </a:solidFill>
                <a:effectLst/>
                <a:latin typeface="Consolas" panose="020B0609020204030204" pitchFamily="49" charset="0"/>
              </a:rPr>
              <a:t>__</a:t>
            </a:r>
            <a:r>
              <a:rPr lang="en-US" sz="2000" b="0" dirty="0" err="1">
                <a:solidFill>
                  <a:srgbClr val="DCDCAA"/>
                </a:solidFill>
                <a:effectLst/>
                <a:latin typeface="Consolas" panose="020B0609020204030204" pitchFamily="49" charset="0"/>
              </a:rPr>
              <a:t>init</a:t>
            </a:r>
            <a:r>
              <a:rPr lang="en-US" sz="2000" b="0" dirty="0">
                <a:solidFill>
                  <a:srgbClr val="DCDCAA"/>
                </a:solidFill>
                <a:effectLst/>
                <a:latin typeface="Consolas" panose="020B0609020204030204" pitchFamily="49" charset="0"/>
              </a:rPr>
              <a:t>__</a:t>
            </a:r>
            <a:r>
              <a:rPr lang="en-US" sz="2000" b="0" dirty="0">
                <a:solidFill>
                  <a:srgbClr val="CCCCCC"/>
                </a:solidFill>
                <a:effectLst/>
                <a:latin typeface="Consolas" panose="020B0609020204030204" pitchFamily="49" charset="0"/>
              </a:rPr>
              <a:t>(</a:t>
            </a:r>
            <a:r>
              <a:rPr lang="en-US" sz="2000" b="0" dirty="0">
                <a:solidFill>
                  <a:srgbClr val="CE9178"/>
                </a:solidFill>
                <a:effectLst/>
                <a:latin typeface="Consolas" panose="020B0609020204030204" pitchFamily="49" charset="0"/>
              </a:rPr>
              <a:t>'</a:t>
            </a:r>
            <a:r>
              <a:rPr lang="en-US" sz="2000" b="0" dirty="0" err="1">
                <a:solidFill>
                  <a:srgbClr val="CE9178"/>
                </a:solidFill>
                <a:effectLst/>
                <a:latin typeface="Consolas" panose="020B0609020204030204" pitchFamily="49" charset="0"/>
              </a:rPr>
              <a:t>first_node</a:t>
            </a:r>
            <a:r>
              <a:rPr lang="en-US" sz="2000" b="0" dirty="0">
                <a:solidFill>
                  <a:srgbClr val="CE9178"/>
                </a:solidFill>
                <a:effectLst/>
                <a:latin typeface="Consolas" panose="020B0609020204030204" pitchFamily="49" charset="0"/>
              </a:rPr>
              <a:t>'</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err="1">
                <a:solidFill>
                  <a:srgbClr val="9CDCFE"/>
                </a:solidFill>
                <a:effectLst/>
                <a:latin typeface="Consolas" panose="020B0609020204030204" pitchFamily="49" charset="0"/>
              </a:rPr>
              <a:t>self</a:t>
            </a:r>
            <a:r>
              <a:rPr lang="en-US" sz="2000" b="0" dirty="0" err="1">
                <a:solidFill>
                  <a:srgbClr val="CCCCCC"/>
                </a:solidFill>
                <a:effectLst/>
                <a:latin typeface="Consolas" panose="020B0609020204030204" pitchFamily="49" charset="0"/>
              </a:rPr>
              <a:t>.get_logger</a:t>
            </a:r>
            <a:r>
              <a:rPr lang="en-US" sz="2000" b="0" dirty="0">
                <a:solidFill>
                  <a:srgbClr val="CCCCCC"/>
                </a:solidFill>
                <a:effectLst/>
                <a:latin typeface="Consolas" panose="020B0609020204030204" pitchFamily="49" charset="0"/>
              </a:rPr>
              <a:t>().info(</a:t>
            </a:r>
            <a:r>
              <a:rPr lang="en-US" sz="2000" b="0" dirty="0">
                <a:solidFill>
                  <a:srgbClr val="CE9178"/>
                </a:solidFill>
                <a:effectLst/>
                <a:latin typeface="Consolas" panose="020B0609020204030204" pitchFamily="49" charset="0"/>
              </a:rPr>
              <a:t>'Hello from ROS2'</a:t>
            </a:r>
            <a:r>
              <a:rPr lang="en-US" sz="2000" b="0" dirty="0">
                <a:solidFill>
                  <a:srgbClr val="CCCCCC"/>
                </a:solidFill>
                <a:effectLst/>
                <a:latin typeface="Consolas" panose="020B0609020204030204" pitchFamily="49" charset="0"/>
              </a:rPr>
              <a:t>)</a:t>
            </a:r>
          </a:p>
          <a:p>
            <a:pPr>
              <a:buNone/>
            </a:pPr>
            <a:br>
              <a:rPr lang="en-US" sz="2000" b="0" dirty="0">
                <a:solidFill>
                  <a:srgbClr val="CCCCCC"/>
                </a:solidFill>
                <a:effectLst/>
                <a:latin typeface="Consolas" panose="020B0609020204030204" pitchFamily="49" charset="0"/>
              </a:rPr>
            </a:br>
            <a:endParaRPr lang="en-US" sz="2000" b="0" dirty="0">
              <a:solidFill>
                <a:srgbClr val="CCCCCC"/>
              </a:solidFill>
              <a:effectLst/>
              <a:latin typeface="Consolas" panose="020B0609020204030204" pitchFamily="49" charset="0"/>
            </a:endParaRPr>
          </a:p>
          <a:p>
            <a:pPr>
              <a:buNone/>
            </a:pPr>
            <a:r>
              <a:rPr lang="en-US" sz="2000" b="0" dirty="0">
                <a:solidFill>
                  <a:srgbClr val="569CD6"/>
                </a:solidFill>
                <a:effectLst/>
                <a:latin typeface="Consolas" panose="020B0609020204030204" pitchFamily="49" charset="0"/>
              </a:rPr>
              <a:t>def</a:t>
            </a:r>
            <a:r>
              <a:rPr lang="en-US" sz="2000" b="0" dirty="0">
                <a:solidFill>
                  <a:srgbClr val="CCCCCC"/>
                </a:solidFill>
                <a:effectLst/>
                <a:latin typeface="Consolas" panose="020B0609020204030204" pitchFamily="49" charset="0"/>
              </a:rPr>
              <a:t> </a:t>
            </a:r>
            <a:r>
              <a:rPr lang="en-US" sz="2000" b="0" dirty="0">
                <a:solidFill>
                  <a:srgbClr val="DCDCAA"/>
                </a:solidFill>
                <a:effectLst/>
                <a:latin typeface="Consolas" panose="020B0609020204030204" pitchFamily="49" charset="0"/>
              </a:rPr>
              <a:t>main</a:t>
            </a:r>
            <a:r>
              <a:rPr lang="en-US" sz="2000" b="0" dirty="0">
                <a:solidFill>
                  <a:srgbClr val="CCCCCC"/>
                </a:solidFill>
                <a:effectLst/>
                <a:latin typeface="Consolas" panose="020B0609020204030204" pitchFamily="49" charset="0"/>
              </a:rPr>
              <a:t>(</a:t>
            </a:r>
            <a:r>
              <a:rPr lang="en-US" sz="2000" b="0" dirty="0" err="1">
                <a:solidFill>
                  <a:srgbClr val="9CDCFE"/>
                </a:solidFill>
                <a:effectLst/>
                <a:latin typeface="Consolas" panose="020B0609020204030204" pitchFamily="49" charset="0"/>
              </a:rPr>
              <a:t>args</a:t>
            </a:r>
            <a:r>
              <a:rPr lang="en-US" sz="2000" b="0" dirty="0">
                <a:solidFill>
                  <a:srgbClr val="D4D4D4"/>
                </a:solidFill>
                <a:effectLst/>
                <a:latin typeface="Consolas" panose="020B0609020204030204" pitchFamily="49" charset="0"/>
              </a:rPr>
              <a:t>=</a:t>
            </a:r>
            <a:r>
              <a:rPr lang="en-US" sz="2000" b="0" dirty="0">
                <a:solidFill>
                  <a:srgbClr val="569CD6"/>
                </a:solidFill>
                <a:effectLst/>
                <a:latin typeface="Consolas" panose="020B0609020204030204" pitchFamily="49" charset="0"/>
              </a:rPr>
              <a:t>None</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err="1">
                <a:solidFill>
                  <a:srgbClr val="4EC9B0"/>
                </a:solidFill>
                <a:effectLst/>
                <a:latin typeface="Consolas" panose="020B0609020204030204" pitchFamily="49" charset="0"/>
              </a:rPr>
              <a:t>rclpy</a:t>
            </a:r>
            <a:r>
              <a:rPr lang="en-US" sz="2000" b="0" dirty="0" err="1">
                <a:solidFill>
                  <a:srgbClr val="CCCCCC"/>
                </a:solidFill>
                <a:effectLst/>
                <a:latin typeface="Consolas" panose="020B0609020204030204" pitchFamily="49" charset="0"/>
              </a:rPr>
              <a:t>.init</a:t>
            </a:r>
            <a:r>
              <a:rPr lang="en-US" sz="2000" b="0" dirty="0">
                <a:solidFill>
                  <a:srgbClr val="CCCCCC"/>
                </a:solidFill>
                <a:effectLst/>
                <a:latin typeface="Consolas" panose="020B0609020204030204" pitchFamily="49" charset="0"/>
              </a:rPr>
              <a:t>(</a:t>
            </a:r>
            <a:r>
              <a:rPr lang="en-US" sz="2000" b="0" dirty="0" err="1">
                <a:solidFill>
                  <a:srgbClr val="9CDCFE"/>
                </a:solidFill>
                <a:effectLst/>
                <a:latin typeface="Consolas" panose="020B0609020204030204" pitchFamily="49" charset="0"/>
              </a:rPr>
              <a:t>args</a:t>
            </a:r>
            <a:r>
              <a:rPr lang="en-US" sz="2000" b="0" dirty="0">
                <a:solidFill>
                  <a:srgbClr val="D4D4D4"/>
                </a:solidFill>
                <a:effectLst/>
                <a:latin typeface="Consolas" panose="020B0609020204030204" pitchFamily="49" charset="0"/>
              </a:rPr>
              <a:t>=</a:t>
            </a:r>
            <a:r>
              <a:rPr lang="en-US" sz="2000" b="0" dirty="0" err="1">
                <a:solidFill>
                  <a:srgbClr val="9CDCFE"/>
                </a:solidFill>
                <a:effectLst/>
                <a:latin typeface="Consolas" panose="020B0609020204030204" pitchFamily="49" charset="0"/>
              </a:rPr>
              <a:t>args</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a:solidFill>
                  <a:srgbClr val="9CDCFE"/>
                </a:solidFill>
                <a:effectLst/>
                <a:latin typeface="Consolas" panose="020B0609020204030204" pitchFamily="49" charset="0"/>
              </a:rPr>
              <a:t>node</a:t>
            </a:r>
            <a:r>
              <a:rPr lang="en-US" sz="2000" b="0" dirty="0">
                <a:solidFill>
                  <a:srgbClr val="CCCCCC"/>
                </a:solidFill>
                <a:effectLst/>
                <a:latin typeface="Consolas" panose="020B0609020204030204" pitchFamily="49" charset="0"/>
              </a:rPr>
              <a:t> </a:t>
            </a:r>
            <a:r>
              <a:rPr lang="en-US" sz="2000" b="0" dirty="0">
                <a:solidFill>
                  <a:srgbClr val="D4D4D4"/>
                </a:solidFill>
                <a:effectLst/>
                <a:latin typeface="Consolas" panose="020B0609020204030204" pitchFamily="49" charset="0"/>
              </a:rPr>
              <a:t>=</a:t>
            </a:r>
            <a:r>
              <a:rPr lang="en-US" sz="2000" b="0" dirty="0">
                <a:solidFill>
                  <a:srgbClr val="CCCCCC"/>
                </a:solidFill>
                <a:effectLst/>
                <a:latin typeface="Consolas" panose="020B0609020204030204" pitchFamily="49" charset="0"/>
              </a:rPr>
              <a:t> </a:t>
            </a:r>
            <a:r>
              <a:rPr lang="en-US" sz="2000" b="0" dirty="0" err="1">
                <a:solidFill>
                  <a:srgbClr val="4EC9B0"/>
                </a:solidFill>
                <a:effectLst/>
                <a:latin typeface="Consolas" panose="020B0609020204030204" pitchFamily="49" charset="0"/>
              </a:rPr>
              <a:t>MyNode</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err="1">
                <a:solidFill>
                  <a:srgbClr val="4EC9B0"/>
                </a:solidFill>
                <a:effectLst/>
                <a:latin typeface="Consolas" panose="020B0609020204030204" pitchFamily="49" charset="0"/>
              </a:rPr>
              <a:t>rclpy</a:t>
            </a:r>
            <a:r>
              <a:rPr lang="en-US" sz="2000" b="0" dirty="0" err="1">
                <a:solidFill>
                  <a:srgbClr val="CCCCCC"/>
                </a:solidFill>
                <a:effectLst/>
                <a:latin typeface="Consolas" panose="020B0609020204030204" pitchFamily="49" charset="0"/>
              </a:rPr>
              <a:t>.shutdown</a:t>
            </a:r>
            <a:r>
              <a:rPr lang="en-US" sz="2000" b="0" dirty="0">
                <a:solidFill>
                  <a:srgbClr val="CCCCCC"/>
                </a:solidFill>
                <a:effectLst/>
                <a:latin typeface="Consolas" panose="020B0609020204030204" pitchFamily="49" charset="0"/>
              </a:rPr>
              <a:t>()</a:t>
            </a:r>
          </a:p>
          <a:p>
            <a:pPr>
              <a:buNone/>
            </a:pPr>
            <a:br>
              <a:rPr lang="en-US" sz="2000" b="0" dirty="0">
                <a:solidFill>
                  <a:srgbClr val="CCCCCC"/>
                </a:solidFill>
                <a:effectLst/>
                <a:latin typeface="Consolas" panose="020B0609020204030204" pitchFamily="49" charset="0"/>
              </a:rPr>
            </a:br>
            <a:endParaRPr lang="en-US" sz="2000" b="0" dirty="0">
              <a:solidFill>
                <a:srgbClr val="CCCCCC"/>
              </a:solidFill>
              <a:effectLst/>
              <a:latin typeface="Consolas" panose="020B0609020204030204" pitchFamily="49" charset="0"/>
            </a:endParaRPr>
          </a:p>
          <a:p>
            <a:pPr>
              <a:buNone/>
            </a:pPr>
            <a:r>
              <a:rPr lang="en-US" sz="2000" b="0" dirty="0">
                <a:solidFill>
                  <a:srgbClr val="C586C0"/>
                </a:solidFill>
                <a:effectLst/>
                <a:latin typeface="Consolas" panose="020B0609020204030204" pitchFamily="49" charset="0"/>
              </a:rPr>
              <a:t>if</a:t>
            </a:r>
            <a:r>
              <a:rPr lang="en-US" sz="2000" b="0" dirty="0">
                <a:solidFill>
                  <a:srgbClr val="CCCCCC"/>
                </a:solidFill>
                <a:effectLst/>
                <a:latin typeface="Consolas" panose="020B0609020204030204" pitchFamily="49" charset="0"/>
              </a:rPr>
              <a:t> </a:t>
            </a:r>
            <a:r>
              <a:rPr lang="en-US" sz="2000" b="0" dirty="0">
                <a:solidFill>
                  <a:srgbClr val="9CDCFE"/>
                </a:solidFill>
                <a:effectLst/>
                <a:latin typeface="Consolas" panose="020B0609020204030204" pitchFamily="49" charset="0"/>
              </a:rPr>
              <a:t>__name__</a:t>
            </a:r>
            <a:r>
              <a:rPr lang="en-US" sz="2000" b="0" dirty="0">
                <a:solidFill>
                  <a:srgbClr val="CCCCCC"/>
                </a:solidFill>
                <a:effectLst/>
                <a:latin typeface="Consolas" panose="020B0609020204030204" pitchFamily="49" charset="0"/>
              </a:rPr>
              <a:t> </a:t>
            </a:r>
            <a:r>
              <a:rPr lang="en-US" sz="2000" b="0" dirty="0">
                <a:solidFill>
                  <a:srgbClr val="D4D4D4"/>
                </a:solidFill>
                <a:effectLst/>
                <a:latin typeface="Consolas" panose="020B0609020204030204" pitchFamily="49" charset="0"/>
              </a:rPr>
              <a:t>==</a:t>
            </a:r>
            <a:r>
              <a:rPr lang="en-US" sz="2000" b="0" dirty="0">
                <a:solidFill>
                  <a:srgbClr val="CCCCCC"/>
                </a:solidFill>
                <a:effectLst/>
                <a:latin typeface="Consolas" panose="020B0609020204030204" pitchFamily="49" charset="0"/>
              </a:rPr>
              <a:t> </a:t>
            </a:r>
            <a:r>
              <a:rPr lang="en-US" sz="2000" b="0" dirty="0">
                <a:solidFill>
                  <a:srgbClr val="CE9178"/>
                </a:solidFill>
                <a:effectLst/>
                <a:latin typeface="Consolas" panose="020B0609020204030204" pitchFamily="49" charset="0"/>
              </a:rPr>
              <a:t>'__main__'</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r>
              <a:rPr lang="en-US" sz="2000" b="0" dirty="0">
                <a:solidFill>
                  <a:srgbClr val="DCDCAA"/>
                </a:solidFill>
                <a:effectLst/>
                <a:latin typeface="Consolas" panose="020B0609020204030204" pitchFamily="49" charset="0"/>
              </a:rPr>
              <a:t>main</a:t>
            </a:r>
            <a:r>
              <a:rPr lang="en-US" sz="2000" b="0" dirty="0">
                <a:solidFill>
                  <a:srgbClr val="CCCCCC"/>
                </a:solidFill>
                <a:effectLst/>
                <a:latin typeface="Consolas" panose="020B0609020204030204" pitchFamily="49" charset="0"/>
              </a:rPr>
              <a:t>()</a:t>
            </a:r>
          </a:p>
          <a:p>
            <a:pPr>
              <a:buNone/>
            </a:pPr>
            <a:r>
              <a:rPr lang="en-US" sz="2000" b="0" dirty="0">
                <a:solidFill>
                  <a:srgbClr val="CCCCCC"/>
                </a:solidFill>
                <a:effectLst/>
                <a:latin typeface="Consolas" panose="020B0609020204030204" pitchFamily="49" charset="0"/>
              </a:rPr>
              <a:t>    </a:t>
            </a:r>
          </a:p>
          <a:p>
            <a:pPr>
              <a:lnSpc>
                <a:spcPts val="1425"/>
              </a:lnSpc>
              <a:buNone/>
            </a:pPr>
            <a:br>
              <a:rPr lang="en-US" sz="1600" b="0" dirty="0">
                <a:solidFill>
                  <a:srgbClr val="CCCCCC"/>
                </a:solidFill>
                <a:effectLst/>
                <a:latin typeface="Consolas" panose="020B0609020204030204" pitchFamily="49" charset="0"/>
              </a:rPr>
            </a:br>
            <a:endParaRPr lang="en-US" sz="1600" b="0" dirty="0">
              <a:solidFill>
                <a:srgbClr val="CCCCCC"/>
              </a:solidFill>
              <a:effectLst/>
              <a:latin typeface="Consolas" panose="020B0609020204030204" pitchFamily="49" charset="0"/>
            </a:endParaRPr>
          </a:p>
        </p:txBody>
      </p:sp>
      <p:sp>
        <p:nvSpPr>
          <p:cNvPr id="12" name="Code"/>
          <p:cNvSpPr/>
          <p:nvPr/>
        </p:nvSpPr>
        <p:spPr>
          <a:xfrm>
            <a:off x="996696" y="6172200"/>
            <a:ext cx="8138160" cy="892048"/>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D4D4D4"/>
                </a:solidFill>
                <a:latin typeface="Consolas"/>
              </a:rPr>
              <a:t>chmod +x my_first_node.py</a:t>
            </a:r>
          </a:p>
          <a:p>
            <a:pPr algn="l">
              <a:lnSpc>
                <a:spcPct val="100000"/>
              </a:lnSpc>
            </a:pPr>
            <a:r>
              <a:rPr sz="2000">
                <a:solidFill>
                  <a:srgbClr val="D4D4D4"/>
                </a:solidFill>
                <a:latin typeface="Consolas"/>
              </a:rPr>
              <a:t>./my_first_node.py</a:t>
            </a:r>
          </a:p>
        </p:txBody>
      </p:sp>
    </p:spTree>
    <p:extLst>
      <p:ext uri="{BB962C8B-B14F-4D97-AF65-F5344CB8AC3E}">
        <p14:creationId xmlns:p14="http://schemas.microsoft.com/office/powerpoint/2010/main" val="16290292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04881-2149-D42C-E86F-174FFE8C2BBA}"/>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38F1599-6F7A-AFAB-BBC0-253A7F60FBAA}"/>
              </a:ext>
            </a:extLst>
          </p:cNvPr>
          <p:cNvSpPr>
            <a:spLocks noGrp="1"/>
          </p:cNvSpPr>
          <p:nvPr>
            <p:ph type="body" sz="quarter" idx="17"/>
          </p:nvPr>
        </p:nvSpPr>
        <p:spPr>
          <a:xfrm>
            <a:off x="996696" y="1783080"/>
            <a:ext cx="16294608" cy="640080"/>
          </a:xfrm>
        </p:spPr>
        <p:txBody>
          <a:bodyPr/>
          <a:lstStyle/>
          <a:p>
            <a:pPr marL="571500" indent="-571500" algn="l">
              <a:spcAft>
                <a:spcPts val="600"/>
              </a:spcAft>
              <a:buClr>
                <a:srgbClr val="000000"/>
              </a:buClr>
              <a:buFont typeface="Arial"/>
              <a:buChar char="•"/>
            </a:pPr>
            <a:r>
              <a:rPr sz="2600"/>
              <a:t>In </a:t>
            </a:r>
            <a:r>
              <a:rPr sz="2600">
                <a:solidFill>
                  <a:srgbClr val="B0006A"/>
                </a:solidFill>
                <a:latin typeface="Consolas"/>
              </a:rPr>
              <a:t>setup.py</a:t>
            </a:r>
            <a:r>
              <a:rPr sz="2600"/>
              <a:t>, add your node as an </a:t>
            </a:r>
            <a:r>
              <a:rPr sz="2600" b="1"/>
              <a:t>entry point</a:t>
            </a:r>
            <a:r>
              <a:rPr sz="2600"/>
              <a:t> (an executable):</a:t>
            </a:r>
          </a:p>
        </p:txBody>
      </p:sp>
      <p:sp>
        <p:nvSpPr>
          <p:cNvPr id="3" name="Tijdelijke aanduiding voor dianummer 2">
            <a:extLst>
              <a:ext uri="{FF2B5EF4-FFF2-40B4-BE49-F238E27FC236}">
                <a16:creationId xmlns:a16="http://schemas.microsoft.com/office/drawing/2014/main" id="{567FFAF7-0DC7-1DC4-413A-BA18241341F6}"/>
              </a:ext>
            </a:extLst>
          </p:cNvPr>
          <p:cNvSpPr>
            <a:spLocks noGrp="1"/>
          </p:cNvSpPr>
          <p:nvPr>
            <p:ph type="sldNum" sz="quarter" idx="12"/>
          </p:nvPr>
        </p:nvSpPr>
        <p:spPr/>
        <p:txBody>
          <a:bodyPr/>
          <a:lstStyle/>
          <a:p>
            <a:fld id="{B7527A74-2D87-4307-9531-5A57D9647EEB}" type="slidenum">
              <a:rPr lang="nl-BE" smtClean="0"/>
              <a:pPr/>
              <a:t>47</a:t>
            </a:fld>
            <a:endParaRPr lang="nl-BE"/>
          </a:p>
        </p:txBody>
      </p:sp>
      <p:sp>
        <p:nvSpPr>
          <p:cNvPr id="4" name="Titel 3">
            <a:extLst>
              <a:ext uri="{FF2B5EF4-FFF2-40B4-BE49-F238E27FC236}">
                <a16:creationId xmlns:a16="http://schemas.microsoft.com/office/drawing/2014/main" id="{4F80E228-D8D2-0ED7-6A01-DFD15A4AB8A5}"/>
              </a:ext>
            </a:extLst>
          </p:cNvPr>
          <p:cNvSpPr>
            <a:spLocks noGrp="1"/>
          </p:cNvSpPr>
          <p:nvPr>
            <p:ph type="title"/>
          </p:nvPr>
        </p:nvSpPr>
        <p:spPr/>
        <p:txBody>
          <a:bodyPr/>
          <a:lstStyle/>
          <a:p>
            <a:r>
              <a:rPr lang="en-US" dirty="0"/>
              <a:t>Run the node as a ROS node</a:t>
            </a:r>
          </a:p>
        </p:txBody>
      </p:sp>
      <p:sp>
        <p:nvSpPr>
          <p:cNvPr id="5" name="Tijdelijke aanduiding voor datum 4">
            <a:extLst>
              <a:ext uri="{FF2B5EF4-FFF2-40B4-BE49-F238E27FC236}">
                <a16:creationId xmlns:a16="http://schemas.microsoft.com/office/drawing/2014/main" id="{8668622D-58A2-EA96-F334-4196163AA52C}"/>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1AC02A13-CC73-8AF7-03C4-1C1ADB20B20A}"/>
              </a:ext>
            </a:extLst>
          </p:cNvPr>
          <p:cNvSpPr>
            <a:spLocks noGrp="1"/>
          </p:cNvSpPr>
          <p:nvPr>
            <p:ph type="ftr" sz="quarter" idx="11"/>
          </p:nvPr>
        </p:nvSpPr>
        <p:spPr/>
        <p:txBody>
          <a:bodyPr/>
          <a:lstStyle/>
          <a:p>
            <a:r>
              <a:rPr lang="en-US"/>
              <a:t>Robotics &amp; edge AI – Introduction to ROS 2</a:t>
            </a:r>
            <a:endParaRPr lang="nl-BE" dirty="0"/>
          </a:p>
        </p:txBody>
      </p:sp>
      <p:sp>
        <p:nvSpPr>
          <p:cNvPr id="40" name="Code"/>
          <p:cNvSpPr/>
          <p:nvPr/>
        </p:nvSpPr>
        <p:spPr>
          <a:xfrm>
            <a:off x="996696" y="2560320"/>
            <a:ext cx="9692640" cy="1791208"/>
          </a:xfrm>
          <a:prstGeom prst="roundRect">
            <a:avLst>
              <a:gd name="adj" fmla="val 6125"/>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2000">
                <a:solidFill>
                  <a:srgbClr val="D4D4D4"/>
                </a:solidFill>
                <a:latin typeface="Consolas"/>
              </a:rPr>
              <a:t>entry_points={</a:t>
            </a:r>
          </a:p>
          <a:p>
            <a:pPr algn="l">
              <a:lnSpc>
                <a:spcPct val="100000"/>
              </a:lnSpc>
            </a:pPr>
            <a:r>
              <a:rPr sz="2000">
                <a:solidFill>
                  <a:srgbClr val="D4D4D4"/>
                </a:solidFill>
                <a:latin typeface="Consolas"/>
              </a:rPr>
              <a:t>    </a:t>
            </a:r>
            <a:r>
              <a:rPr sz="2000">
                <a:solidFill>
                  <a:srgbClr val="CE9178"/>
                </a:solidFill>
                <a:latin typeface="Consolas"/>
              </a:rPr>
              <a:t>'console_scripts'</a:t>
            </a:r>
            <a:r>
              <a:rPr sz="2000">
                <a:solidFill>
                  <a:srgbClr val="D4D4D4"/>
                </a:solidFill>
                <a:latin typeface="Consolas"/>
              </a:rPr>
              <a:t>: [</a:t>
            </a:r>
          </a:p>
          <a:p>
            <a:pPr algn="l">
              <a:lnSpc>
                <a:spcPct val="100000"/>
              </a:lnSpc>
            </a:pPr>
            <a:r>
              <a:rPr sz="2000">
                <a:solidFill>
                  <a:srgbClr val="D4D4D4"/>
                </a:solidFill>
                <a:latin typeface="Consolas"/>
              </a:rPr>
              <a:t>        </a:t>
            </a:r>
            <a:r>
              <a:rPr sz="2000">
                <a:solidFill>
                  <a:srgbClr val="CE9178"/>
                </a:solidFill>
                <a:latin typeface="Consolas"/>
              </a:rPr>
              <a:t>"test_node = my_robot_controller.my_first_node:main"</a:t>
            </a:r>
          </a:p>
          <a:p>
            <a:pPr algn="l">
              <a:lnSpc>
                <a:spcPct val="100000"/>
              </a:lnSpc>
            </a:pPr>
            <a:r>
              <a:rPr sz="2000">
                <a:solidFill>
                  <a:srgbClr val="D4D4D4"/>
                </a:solidFill>
                <a:latin typeface="Consolas"/>
              </a:rPr>
              <a:t>    ],</a:t>
            </a:r>
          </a:p>
          <a:p>
            <a:pPr algn="l">
              <a:lnSpc>
                <a:spcPct val="100000"/>
              </a:lnSpc>
            </a:pPr>
            <a:r>
              <a:rPr sz="2000">
                <a:solidFill>
                  <a:srgbClr val="D4D4D4"/>
                </a:solidFill>
                <a:latin typeface="Consolas"/>
              </a:rPr>
              <a:t>},</a:t>
            </a:r>
          </a:p>
        </p:txBody>
      </p:sp>
      <p:sp>
        <p:nvSpPr>
          <p:cNvPr id="41" name="TextBox 40"/>
          <p:cNvSpPr txBox="1"/>
          <p:nvPr/>
        </p:nvSpPr>
        <p:spPr>
          <a:xfrm>
            <a:off x="11155680" y="1965960"/>
            <a:ext cx="6126480" cy="502920"/>
          </a:xfrm>
          <a:prstGeom prst="rect">
            <a:avLst/>
          </a:prstGeom>
          <a:noFill/>
        </p:spPr>
        <p:txBody>
          <a:bodyPr wrap="square" lIns="0" tIns="0" rIns="0" bIns="0" anchor="t">
            <a:noAutofit/>
          </a:bodyPr>
          <a:lstStyle/>
          <a:p>
            <a:pPr marL="0" indent="0" algn="l">
              <a:spcAft>
                <a:spcPts val="600"/>
              </a:spcAft>
              <a:buNone/>
            </a:pPr>
            <a:r>
              <a:rPr sz="2400" b="1">
                <a:solidFill>
                  <a:srgbClr val="000000"/>
                </a:solidFill>
              </a:rPr>
              <a:t>Build, source and run:</a:t>
            </a:r>
          </a:p>
        </p:txBody>
      </p:sp>
      <p:sp>
        <p:nvSpPr>
          <p:cNvPr id="42" name="Code"/>
          <p:cNvSpPr/>
          <p:nvPr/>
        </p:nvSpPr>
        <p:spPr>
          <a:xfrm>
            <a:off x="11155680" y="2560320"/>
            <a:ext cx="6135624" cy="1371600"/>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1800">
                <a:solidFill>
                  <a:srgbClr val="D4D4D4"/>
                </a:solidFill>
                <a:latin typeface="Consolas"/>
              </a:rPr>
              <a:t>cd ~/ros2_ws</a:t>
            </a:r>
          </a:p>
          <a:p>
            <a:pPr algn="l">
              <a:lnSpc>
                <a:spcPct val="100000"/>
              </a:lnSpc>
            </a:pPr>
            <a:r>
              <a:rPr sz="1800">
                <a:solidFill>
                  <a:srgbClr val="D4D4D4"/>
                </a:solidFill>
                <a:latin typeface="Consolas"/>
              </a:rPr>
              <a:t>colcon build</a:t>
            </a:r>
          </a:p>
          <a:p>
            <a:pPr algn="l">
              <a:lnSpc>
                <a:spcPct val="100000"/>
              </a:lnSpc>
            </a:pPr>
            <a:r>
              <a:rPr sz="1800">
                <a:solidFill>
                  <a:srgbClr val="D4D4D4"/>
                </a:solidFill>
                <a:latin typeface="Consolas"/>
              </a:rPr>
              <a:t>source install/setup.bash</a:t>
            </a:r>
          </a:p>
          <a:p>
            <a:pPr algn="l">
              <a:lnSpc>
                <a:spcPct val="100000"/>
              </a:lnSpc>
            </a:pPr>
            <a:r>
              <a:rPr sz="1800">
                <a:solidFill>
                  <a:srgbClr val="D4D4D4"/>
                </a:solidFill>
                <a:latin typeface="Consolas"/>
              </a:rPr>
              <a:t>ros2 run my_robot_controller test_node</a:t>
            </a:r>
          </a:p>
        </p:txBody>
      </p:sp>
      <p:sp>
        <p:nvSpPr>
          <p:cNvPr id="43" name="TextBox 42"/>
          <p:cNvSpPr txBox="1"/>
          <p:nvPr/>
        </p:nvSpPr>
        <p:spPr>
          <a:xfrm>
            <a:off x="996696" y="4892040"/>
            <a:ext cx="16294608" cy="3931920"/>
          </a:xfrm>
          <a:prstGeom prst="rect">
            <a:avLst/>
          </a:prstGeom>
          <a:noFill/>
        </p:spPr>
        <p:txBody>
          <a:bodyPr wrap="square" lIns="0" tIns="0" rIns="0" bIns="0" anchor="t">
            <a:noAutofit/>
          </a:bodyPr>
          <a:lstStyle/>
          <a:p>
            <a:pPr marL="571500" indent="-571500" algn="l">
              <a:spcAft>
                <a:spcPts val="800"/>
              </a:spcAft>
              <a:buClr>
                <a:srgbClr val="000000"/>
              </a:buClr>
              <a:buFont typeface="Arial"/>
              <a:buChar char="•"/>
            </a:pPr>
            <a:r>
              <a:rPr sz="2400">
                <a:solidFill>
                  <a:srgbClr val="B0006A"/>
                </a:solidFill>
                <a:latin typeface="Consolas"/>
              </a:rPr>
              <a:t>test_node</a:t>
            </a:r>
            <a:r>
              <a:rPr sz="2400">
                <a:solidFill>
                  <a:srgbClr val="000000"/>
                </a:solidFill>
              </a:rPr>
              <a:t>: name of the executable (used by </a:t>
            </a:r>
            <a:r>
              <a:rPr sz="2400">
                <a:solidFill>
                  <a:srgbClr val="B0006A"/>
                </a:solidFill>
                <a:latin typeface="Consolas"/>
              </a:rPr>
              <a:t>ros2 run</a:t>
            </a:r>
            <a:r>
              <a:rPr sz="2400">
                <a:solidFill>
                  <a:srgbClr val="000000"/>
                </a:solidFill>
              </a:rPr>
              <a:t>)</a:t>
            </a:r>
          </a:p>
          <a:p>
            <a:pPr marL="571500" indent="-571500" algn="l">
              <a:spcAft>
                <a:spcPts val="800"/>
              </a:spcAft>
              <a:buClr>
                <a:srgbClr val="000000"/>
              </a:buClr>
              <a:buFont typeface="Arial"/>
              <a:buChar char="•"/>
            </a:pPr>
            <a:r>
              <a:rPr sz="2400">
                <a:solidFill>
                  <a:srgbClr val="B0006A"/>
                </a:solidFill>
                <a:latin typeface="Consolas"/>
              </a:rPr>
              <a:t>my_robot_controller</a:t>
            </a:r>
            <a:r>
              <a:rPr sz="2400">
                <a:solidFill>
                  <a:srgbClr val="000000"/>
                </a:solidFill>
              </a:rPr>
              <a:t>: the Python package (folder)</a:t>
            </a:r>
          </a:p>
          <a:p>
            <a:pPr marL="571500" indent="-571500" algn="l">
              <a:spcAft>
                <a:spcPts val="800"/>
              </a:spcAft>
              <a:buClr>
                <a:srgbClr val="000000"/>
              </a:buClr>
              <a:buFont typeface="Arial"/>
              <a:buChar char="•"/>
            </a:pPr>
            <a:r>
              <a:rPr sz="2400">
                <a:solidFill>
                  <a:srgbClr val="B0006A"/>
                </a:solidFill>
                <a:latin typeface="Consolas"/>
              </a:rPr>
              <a:t>my_first_node</a:t>
            </a:r>
            <a:r>
              <a:rPr sz="2400">
                <a:solidFill>
                  <a:srgbClr val="000000"/>
                </a:solidFill>
              </a:rPr>
              <a:t>: the Python file </a:t>
            </a:r>
            <a:r>
              <a:rPr sz="2400">
                <a:solidFill>
                  <a:srgbClr val="B0006A"/>
                </a:solidFill>
                <a:latin typeface="Consolas"/>
              </a:rPr>
              <a:t>my_first_node.py</a:t>
            </a:r>
          </a:p>
          <a:p>
            <a:pPr marL="571500" indent="-571500" algn="l">
              <a:spcAft>
                <a:spcPts val="800"/>
              </a:spcAft>
              <a:buClr>
                <a:srgbClr val="000000"/>
              </a:buClr>
              <a:buFont typeface="Arial"/>
              <a:buChar char="•"/>
            </a:pPr>
            <a:r>
              <a:rPr sz="2400">
                <a:solidFill>
                  <a:srgbClr val="B0006A"/>
                </a:solidFill>
                <a:latin typeface="Consolas"/>
              </a:rPr>
              <a:t>main</a:t>
            </a:r>
            <a:r>
              <a:rPr sz="2400">
                <a:solidFill>
                  <a:srgbClr val="000000"/>
                </a:solidFill>
              </a:rPr>
              <a:t>: the function that starts the node</a:t>
            </a:r>
          </a:p>
          <a:p>
            <a:pPr marL="571500" indent="-571500" algn="l">
              <a:spcAft>
                <a:spcPts val="800"/>
              </a:spcAft>
              <a:buClr>
                <a:srgbClr val="000000"/>
              </a:buClr>
              <a:buFont typeface="Arial"/>
              <a:buChar char="•"/>
            </a:pPr>
            <a:r>
              <a:rPr sz="2400">
                <a:solidFill>
                  <a:srgbClr val="000000"/>
                </a:solidFill>
              </a:rPr>
              <a:t>Opening a new terminal? </a:t>
            </a:r>
            <a:r>
              <a:rPr sz="2400">
                <a:solidFill>
                  <a:srgbClr val="B0006A"/>
                </a:solidFill>
                <a:latin typeface="Consolas"/>
              </a:rPr>
              <a:t>~/.bashrc</a:t>
            </a:r>
            <a:r>
              <a:rPr sz="2400">
                <a:solidFill>
                  <a:srgbClr val="000000"/>
                </a:solidFill>
              </a:rPr>
              <a:t> already sources the workspace (step 5)</a:t>
            </a:r>
          </a:p>
        </p:txBody>
      </p:sp>
    </p:spTree>
    <p:extLst>
      <p:ext uri="{BB962C8B-B14F-4D97-AF65-F5344CB8AC3E}">
        <p14:creationId xmlns:p14="http://schemas.microsoft.com/office/powerpoint/2010/main" val="1277149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D2FF5-FAAF-B494-F0B9-F21D956699BB}"/>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AD7D77E-A226-6925-0CC0-F2F983AB182E}"/>
              </a:ext>
            </a:extLst>
          </p:cNvPr>
          <p:cNvSpPr>
            <a:spLocks noGrp="1"/>
          </p:cNvSpPr>
          <p:nvPr>
            <p:ph type="body" sz="quarter" idx="17"/>
          </p:nvPr>
        </p:nvSpPr>
        <p:spPr>
          <a:xfrm>
            <a:off x="996696" y="1783080"/>
            <a:ext cx="16294608" cy="640080"/>
          </a:xfrm>
        </p:spPr>
        <p:txBody>
          <a:bodyPr/>
          <a:lstStyle/>
          <a:p>
            <a:pPr marL="571500" indent="-571500" algn="l">
              <a:spcAft>
                <a:spcPts val="600"/>
              </a:spcAft>
              <a:buClr>
                <a:srgbClr val="000000"/>
              </a:buClr>
              <a:buFont typeface="Arial"/>
              <a:buChar char="•"/>
            </a:pPr>
            <a:r>
              <a:rPr sz="2600"/>
              <a:t>Add a </a:t>
            </a:r>
            <a:r>
              <a:rPr sz="2600" b="1"/>
              <a:t>timer</a:t>
            </a:r>
            <a:r>
              <a:rPr sz="2600"/>
              <a:t>: every second ‘hello again’ is logged</a:t>
            </a:r>
          </a:p>
        </p:txBody>
      </p:sp>
      <p:sp>
        <p:nvSpPr>
          <p:cNvPr id="3" name="Tijdelijke aanduiding voor dianummer 2">
            <a:extLst>
              <a:ext uri="{FF2B5EF4-FFF2-40B4-BE49-F238E27FC236}">
                <a16:creationId xmlns:a16="http://schemas.microsoft.com/office/drawing/2014/main" id="{A24810F7-A292-EAF7-5677-5C77E3F22CFA}"/>
              </a:ext>
            </a:extLst>
          </p:cNvPr>
          <p:cNvSpPr>
            <a:spLocks noGrp="1"/>
          </p:cNvSpPr>
          <p:nvPr>
            <p:ph type="sldNum" sz="quarter" idx="12"/>
          </p:nvPr>
        </p:nvSpPr>
        <p:spPr/>
        <p:txBody>
          <a:bodyPr/>
          <a:lstStyle/>
          <a:p>
            <a:fld id="{B7527A74-2D87-4307-9531-5A57D9647EEB}" type="slidenum">
              <a:rPr lang="nl-BE" smtClean="0"/>
              <a:pPr/>
              <a:t>48</a:t>
            </a:fld>
            <a:endParaRPr lang="nl-BE"/>
          </a:p>
        </p:txBody>
      </p:sp>
      <p:sp>
        <p:nvSpPr>
          <p:cNvPr id="4" name="Titel 3">
            <a:extLst>
              <a:ext uri="{FF2B5EF4-FFF2-40B4-BE49-F238E27FC236}">
                <a16:creationId xmlns:a16="http://schemas.microsoft.com/office/drawing/2014/main" id="{57BAB9B8-2167-F6E4-0547-6EC10E3F2A80}"/>
              </a:ext>
            </a:extLst>
          </p:cNvPr>
          <p:cNvSpPr>
            <a:spLocks noGrp="1"/>
          </p:cNvSpPr>
          <p:nvPr>
            <p:ph type="title"/>
          </p:nvPr>
        </p:nvSpPr>
        <p:spPr/>
        <p:txBody>
          <a:bodyPr/>
          <a:lstStyle/>
          <a:p>
            <a:r>
              <a:rPr lang="en-US" dirty="0"/>
              <a:t>Add easy functionality</a:t>
            </a:r>
          </a:p>
        </p:txBody>
      </p:sp>
      <p:sp>
        <p:nvSpPr>
          <p:cNvPr id="5" name="Tijdelijke aanduiding voor datum 4">
            <a:extLst>
              <a:ext uri="{FF2B5EF4-FFF2-40B4-BE49-F238E27FC236}">
                <a16:creationId xmlns:a16="http://schemas.microsoft.com/office/drawing/2014/main" id="{0BAECB41-38DE-BB38-DBA7-01F8C2965795}"/>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795DD3E8-EA4A-41AA-36BD-8ED35D878E27}"/>
              </a:ext>
            </a:extLst>
          </p:cNvPr>
          <p:cNvSpPr>
            <a:spLocks noGrp="1"/>
          </p:cNvSpPr>
          <p:nvPr>
            <p:ph type="ftr" sz="quarter" idx="11"/>
          </p:nvPr>
        </p:nvSpPr>
        <p:spPr/>
        <p:txBody>
          <a:bodyPr/>
          <a:lstStyle/>
          <a:p>
            <a:r>
              <a:rPr lang="en-US"/>
              <a:t>Robotics &amp; edge AI – Introduction to ROS 2</a:t>
            </a:r>
            <a:endParaRPr lang="nl-BE" dirty="0"/>
          </a:p>
        </p:txBody>
      </p:sp>
      <p:sp>
        <p:nvSpPr>
          <p:cNvPr id="7" name="Code"/>
          <p:cNvSpPr/>
          <p:nvPr/>
        </p:nvSpPr>
        <p:spPr>
          <a:xfrm>
            <a:off x="996696" y="2514600"/>
            <a:ext cx="10058400" cy="4338828"/>
          </a:xfrm>
          <a:prstGeom prst="roundRect">
            <a:avLst>
              <a:gd name="adj" fmla="val 2528"/>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28016" rIns="182880" bIns="128016" rtlCol="0" anchor="t">
            <a:noAutofit/>
          </a:bodyPr>
          <a:lstStyle/>
          <a:p>
            <a:pPr algn="l">
              <a:lnSpc>
                <a:spcPct val="100000"/>
              </a:lnSpc>
            </a:pPr>
            <a:r>
              <a:rPr sz="1800">
                <a:solidFill>
                  <a:srgbClr val="569CD6"/>
                </a:solidFill>
                <a:latin typeface="Consolas"/>
              </a:rPr>
              <a:t>class</a:t>
            </a:r>
            <a:r>
              <a:rPr sz="1800">
                <a:solidFill>
                  <a:srgbClr val="D4D4D4"/>
                </a:solidFill>
                <a:latin typeface="Consolas"/>
              </a:rPr>
              <a:t> MyNode(Node):</a:t>
            </a:r>
          </a:p>
          <a:p>
            <a:pPr algn="l">
              <a:lnSpc>
                <a:spcPct val="100000"/>
              </a:lnSpc>
            </a:pPr>
            <a:r>
              <a:rPr sz="1800">
                <a:solidFill>
                  <a:srgbClr val="D4D4D4"/>
                </a:solidFill>
                <a:latin typeface="Consolas"/>
              </a:rPr>
              <a:t>    </a:t>
            </a:r>
            <a:r>
              <a:rPr sz="1800">
                <a:solidFill>
                  <a:srgbClr val="569CD6"/>
                </a:solidFill>
                <a:latin typeface="Consolas"/>
              </a:rPr>
              <a:t>def</a:t>
            </a:r>
            <a:r>
              <a:rPr sz="1800">
                <a:solidFill>
                  <a:srgbClr val="D4D4D4"/>
                </a:solidFill>
                <a:latin typeface="Consolas"/>
              </a:rPr>
              <a:t> __init__(</a:t>
            </a:r>
            <a:r>
              <a:rPr sz="1800">
                <a:solidFill>
                  <a:srgbClr val="569CD6"/>
                </a:solidFill>
                <a:latin typeface="Consolas"/>
              </a:rPr>
              <a:t>self</a:t>
            </a:r>
            <a:r>
              <a:rPr sz="1800">
                <a:solidFill>
                  <a:srgbClr val="D4D4D4"/>
                </a:solidFill>
                <a:latin typeface="Consolas"/>
              </a:rPr>
              <a:t>):</a:t>
            </a:r>
          </a:p>
          <a:p>
            <a:pPr algn="l">
              <a:lnSpc>
                <a:spcPct val="100000"/>
              </a:lnSpc>
            </a:pPr>
            <a:r>
              <a:rPr sz="1800">
                <a:solidFill>
                  <a:srgbClr val="D4D4D4"/>
                </a:solidFill>
                <a:latin typeface="Consolas"/>
              </a:rPr>
              <a:t>        </a:t>
            </a:r>
            <a:r>
              <a:rPr sz="1800">
                <a:solidFill>
                  <a:srgbClr val="C586C0"/>
                </a:solidFill>
                <a:latin typeface="Consolas"/>
              </a:rPr>
              <a:t>super</a:t>
            </a:r>
            <a:r>
              <a:rPr sz="1800">
                <a:solidFill>
                  <a:srgbClr val="D4D4D4"/>
                </a:solidFill>
                <a:latin typeface="Consolas"/>
              </a:rPr>
              <a:t>().__init__(</a:t>
            </a:r>
            <a:r>
              <a:rPr sz="1800">
                <a:solidFill>
                  <a:srgbClr val="CE9178"/>
                </a:solidFill>
                <a:latin typeface="Consolas"/>
              </a:rPr>
              <a:t>'first_node'</a:t>
            </a:r>
            <a:r>
              <a:rPr sz="1800">
                <a:solidFill>
                  <a:srgbClr val="D4D4D4"/>
                </a:solidFill>
                <a:latin typeface="Consolas"/>
              </a:rPr>
              <a:t>)</a:t>
            </a:r>
          </a:p>
          <a:p>
            <a:pPr algn="l">
              <a:lnSpc>
                <a:spcPct val="100000"/>
              </a:lnSpc>
            </a:pPr>
            <a:r>
              <a:rPr sz="1800">
                <a:solidFill>
                  <a:srgbClr val="D4D4D4"/>
                </a:solidFill>
                <a:latin typeface="Consolas"/>
              </a:rPr>
              <a:t>        </a:t>
            </a:r>
            <a:r>
              <a:rPr sz="1800">
                <a:solidFill>
                  <a:srgbClr val="569CD6"/>
                </a:solidFill>
                <a:latin typeface="Consolas"/>
              </a:rPr>
              <a:t>self</a:t>
            </a:r>
            <a:r>
              <a:rPr sz="1800">
                <a:solidFill>
                  <a:srgbClr val="D4D4D4"/>
                </a:solidFill>
                <a:latin typeface="Consolas"/>
              </a:rPr>
              <a:t>.get_logger().info(</a:t>
            </a:r>
            <a:r>
              <a:rPr sz="1800">
                <a:solidFill>
                  <a:srgbClr val="CE9178"/>
                </a:solidFill>
                <a:latin typeface="Consolas"/>
              </a:rPr>
              <a:t>'Hello from ROS2'</a:t>
            </a:r>
            <a:r>
              <a:rPr sz="1800">
                <a:solidFill>
                  <a:srgbClr val="D4D4D4"/>
                </a:solidFill>
                <a:latin typeface="Consolas"/>
              </a:rPr>
              <a:t>)</a:t>
            </a:r>
          </a:p>
          <a:p>
            <a:pPr algn="l">
              <a:lnSpc>
                <a:spcPct val="100000"/>
              </a:lnSpc>
            </a:pPr>
            <a:r>
              <a:rPr sz="1800">
                <a:solidFill>
                  <a:srgbClr val="D4D4D4"/>
                </a:solidFill>
                <a:latin typeface="Consolas"/>
              </a:rPr>
              <a:t>        </a:t>
            </a:r>
            <a:r>
              <a:rPr sz="1800">
                <a:solidFill>
                  <a:srgbClr val="569CD6"/>
                </a:solidFill>
                <a:latin typeface="Consolas"/>
              </a:rPr>
              <a:t>self</a:t>
            </a:r>
            <a:r>
              <a:rPr sz="1800">
                <a:solidFill>
                  <a:srgbClr val="D4D4D4"/>
                </a:solidFill>
                <a:latin typeface="Consolas"/>
              </a:rPr>
              <a:t>.timer = </a:t>
            </a:r>
            <a:r>
              <a:rPr sz="1800">
                <a:solidFill>
                  <a:srgbClr val="569CD6"/>
                </a:solidFill>
                <a:latin typeface="Consolas"/>
              </a:rPr>
              <a:t>self</a:t>
            </a:r>
            <a:r>
              <a:rPr sz="1800">
                <a:solidFill>
                  <a:srgbClr val="D4D4D4"/>
                </a:solidFill>
                <a:latin typeface="Consolas"/>
              </a:rPr>
              <a:t>.create_timer(1.0, </a:t>
            </a:r>
            <a:r>
              <a:rPr sz="1800">
                <a:solidFill>
                  <a:srgbClr val="569CD6"/>
                </a:solidFill>
                <a:latin typeface="Consolas"/>
              </a:rPr>
              <a:t>self</a:t>
            </a:r>
            <a:r>
              <a:rPr sz="1800">
                <a:solidFill>
                  <a:srgbClr val="D4D4D4"/>
                </a:solidFill>
                <a:latin typeface="Consolas"/>
              </a:rPr>
              <a:t>.timer_callback)</a:t>
            </a:r>
          </a:p>
          <a:p>
            <a:pPr algn="l">
              <a:lnSpc>
                <a:spcPct val="100000"/>
              </a:lnSpc>
            </a:pPr>
            <a:r>
              <a:rPr sz="1800">
                <a:solidFill>
                  <a:srgbClr val="D4D4D4"/>
                </a:solidFill>
                <a:latin typeface="Consolas"/>
              </a:rPr>
              <a:t> </a:t>
            </a:r>
          </a:p>
          <a:p>
            <a:pPr algn="l">
              <a:lnSpc>
                <a:spcPct val="100000"/>
              </a:lnSpc>
            </a:pPr>
            <a:r>
              <a:rPr sz="1800">
                <a:solidFill>
                  <a:srgbClr val="D4D4D4"/>
                </a:solidFill>
                <a:latin typeface="Consolas"/>
              </a:rPr>
              <a:t>    </a:t>
            </a:r>
            <a:r>
              <a:rPr sz="1800">
                <a:solidFill>
                  <a:srgbClr val="569CD6"/>
                </a:solidFill>
                <a:latin typeface="Consolas"/>
              </a:rPr>
              <a:t>def</a:t>
            </a:r>
            <a:r>
              <a:rPr sz="1800">
                <a:solidFill>
                  <a:srgbClr val="D4D4D4"/>
                </a:solidFill>
                <a:latin typeface="Consolas"/>
              </a:rPr>
              <a:t> timer_callback(</a:t>
            </a:r>
            <a:r>
              <a:rPr sz="1800">
                <a:solidFill>
                  <a:srgbClr val="569CD6"/>
                </a:solidFill>
                <a:latin typeface="Consolas"/>
              </a:rPr>
              <a:t>self</a:t>
            </a:r>
            <a:r>
              <a:rPr sz="1800">
                <a:solidFill>
                  <a:srgbClr val="D4D4D4"/>
                </a:solidFill>
                <a:latin typeface="Consolas"/>
              </a:rPr>
              <a:t>):</a:t>
            </a:r>
          </a:p>
          <a:p>
            <a:pPr algn="l">
              <a:lnSpc>
                <a:spcPct val="100000"/>
              </a:lnSpc>
            </a:pPr>
            <a:r>
              <a:rPr sz="1800">
                <a:solidFill>
                  <a:srgbClr val="D4D4D4"/>
                </a:solidFill>
                <a:latin typeface="Consolas"/>
              </a:rPr>
              <a:t>        </a:t>
            </a:r>
            <a:r>
              <a:rPr sz="1800">
                <a:solidFill>
                  <a:srgbClr val="569CD6"/>
                </a:solidFill>
                <a:latin typeface="Consolas"/>
              </a:rPr>
              <a:t>self</a:t>
            </a:r>
            <a:r>
              <a:rPr sz="1800">
                <a:solidFill>
                  <a:srgbClr val="D4D4D4"/>
                </a:solidFill>
                <a:latin typeface="Consolas"/>
              </a:rPr>
              <a:t>.get_logger().info(</a:t>
            </a:r>
            <a:r>
              <a:rPr sz="1800">
                <a:solidFill>
                  <a:srgbClr val="CE9178"/>
                </a:solidFill>
                <a:latin typeface="Consolas"/>
              </a:rPr>
              <a:t>'hello again'</a:t>
            </a:r>
            <a:r>
              <a:rPr sz="1800">
                <a:solidFill>
                  <a:srgbClr val="D4D4D4"/>
                </a:solidFill>
                <a:latin typeface="Consolas"/>
              </a:rPr>
              <a:t>)</a:t>
            </a:r>
          </a:p>
          <a:p>
            <a:pPr algn="l">
              <a:lnSpc>
                <a:spcPct val="100000"/>
              </a:lnSpc>
            </a:pPr>
            <a:r>
              <a:rPr sz="1800">
                <a:solidFill>
                  <a:srgbClr val="D4D4D4"/>
                </a:solidFill>
                <a:latin typeface="Consolas"/>
              </a:rPr>
              <a:t> </a:t>
            </a:r>
          </a:p>
          <a:p>
            <a:pPr algn="l">
              <a:lnSpc>
                <a:spcPct val="100000"/>
              </a:lnSpc>
            </a:pPr>
            <a:r>
              <a:rPr sz="1800">
                <a:solidFill>
                  <a:srgbClr val="D4D4D4"/>
                </a:solidFill>
                <a:latin typeface="Consolas"/>
              </a:rPr>
              <a:t> </a:t>
            </a:r>
          </a:p>
          <a:p>
            <a:pPr algn="l">
              <a:lnSpc>
                <a:spcPct val="100000"/>
              </a:lnSpc>
            </a:pPr>
            <a:r>
              <a:rPr sz="1800">
                <a:solidFill>
                  <a:srgbClr val="569CD6"/>
                </a:solidFill>
                <a:latin typeface="Consolas"/>
              </a:rPr>
              <a:t>def</a:t>
            </a:r>
            <a:r>
              <a:rPr sz="1800">
                <a:solidFill>
                  <a:srgbClr val="D4D4D4"/>
                </a:solidFill>
                <a:latin typeface="Consolas"/>
              </a:rPr>
              <a:t> main(args=</a:t>
            </a:r>
            <a:r>
              <a:rPr sz="1800">
                <a:solidFill>
                  <a:srgbClr val="569CD6"/>
                </a:solidFill>
                <a:latin typeface="Consolas"/>
              </a:rPr>
              <a:t>None</a:t>
            </a:r>
            <a:r>
              <a:rPr sz="1800">
                <a:solidFill>
                  <a:srgbClr val="D4D4D4"/>
                </a:solidFill>
                <a:latin typeface="Consolas"/>
              </a:rPr>
              <a:t>):</a:t>
            </a:r>
          </a:p>
          <a:p>
            <a:pPr algn="l">
              <a:lnSpc>
                <a:spcPct val="100000"/>
              </a:lnSpc>
            </a:pPr>
            <a:r>
              <a:rPr sz="1800">
                <a:solidFill>
                  <a:srgbClr val="D4D4D4"/>
                </a:solidFill>
                <a:latin typeface="Consolas"/>
              </a:rPr>
              <a:t>    rclpy.init(args=args)</a:t>
            </a:r>
          </a:p>
          <a:p>
            <a:pPr algn="l">
              <a:lnSpc>
                <a:spcPct val="100000"/>
              </a:lnSpc>
            </a:pPr>
            <a:r>
              <a:rPr sz="1800">
                <a:solidFill>
                  <a:srgbClr val="D4D4D4"/>
                </a:solidFill>
                <a:latin typeface="Consolas"/>
              </a:rPr>
              <a:t>    node = MyNode()</a:t>
            </a:r>
          </a:p>
          <a:p>
            <a:pPr algn="l">
              <a:lnSpc>
                <a:spcPct val="100000"/>
              </a:lnSpc>
            </a:pPr>
            <a:r>
              <a:rPr sz="1800">
                <a:solidFill>
                  <a:srgbClr val="D4D4D4"/>
                </a:solidFill>
                <a:latin typeface="Consolas"/>
              </a:rPr>
              <a:t>    rclpy.spin(node)    </a:t>
            </a:r>
            <a:r>
              <a:rPr sz="1800">
                <a:solidFill>
                  <a:srgbClr val="6A9955"/>
                </a:solidFill>
                <a:latin typeface="Consolas"/>
              </a:rPr>
              <a:t># keep the node alive: runs timers + callbacks</a:t>
            </a:r>
          </a:p>
          <a:p>
            <a:pPr algn="l">
              <a:lnSpc>
                <a:spcPct val="100000"/>
              </a:lnSpc>
            </a:pPr>
            <a:r>
              <a:rPr sz="1800">
                <a:solidFill>
                  <a:srgbClr val="D4D4D4"/>
                </a:solidFill>
                <a:latin typeface="Consolas"/>
              </a:rPr>
              <a:t>    rclpy.shutdown()</a:t>
            </a:r>
          </a:p>
        </p:txBody>
      </p:sp>
      <p:sp>
        <p:nvSpPr>
          <p:cNvPr id="8" name="TextBox 7"/>
          <p:cNvSpPr txBox="1"/>
          <p:nvPr/>
        </p:nvSpPr>
        <p:spPr>
          <a:xfrm>
            <a:off x="11430000" y="2514600"/>
            <a:ext cx="5852160" cy="6309360"/>
          </a:xfrm>
          <a:prstGeom prst="rect">
            <a:avLst/>
          </a:prstGeom>
          <a:noFill/>
        </p:spPr>
        <p:txBody>
          <a:bodyPr wrap="square" lIns="0" tIns="0" rIns="0" bIns="0" anchor="t">
            <a:noAutofit/>
          </a:bodyPr>
          <a:lstStyle/>
          <a:p>
            <a:pPr marL="571500" indent="-571500" algn="l">
              <a:spcAft>
                <a:spcPts val="1000"/>
              </a:spcAft>
              <a:buClr>
                <a:srgbClr val="000000"/>
              </a:buClr>
              <a:buFont typeface="Arial"/>
              <a:buChar char="•"/>
            </a:pPr>
            <a:r>
              <a:rPr sz="2400">
                <a:solidFill>
                  <a:srgbClr val="000000"/>
                </a:solidFill>
              </a:rPr>
              <a:t>Without </a:t>
            </a:r>
            <a:r>
              <a:rPr sz="2400">
                <a:solidFill>
                  <a:srgbClr val="B0006A"/>
                </a:solidFill>
                <a:latin typeface="Consolas"/>
              </a:rPr>
              <a:t>rclpy.spin(node)</a:t>
            </a:r>
            <a:r>
              <a:rPr sz="2400">
                <a:solidFill>
                  <a:srgbClr val="000000"/>
                </a:solidFill>
              </a:rPr>
              <a:t> the program ends immediately and the timer never fires</a:t>
            </a:r>
          </a:p>
          <a:p>
            <a:pPr marL="571500" indent="-571500" algn="l">
              <a:spcAft>
                <a:spcPts val="1000"/>
              </a:spcAft>
              <a:buClr>
                <a:srgbClr val="000000"/>
              </a:buClr>
              <a:buFont typeface="Arial"/>
              <a:buChar char="•"/>
            </a:pPr>
            <a:r>
              <a:rPr sz="2400">
                <a:solidFill>
                  <a:srgbClr val="000000"/>
                </a:solidFill>
              </a:rPr>
              <a:t>Stop the node with </a:t>
            </a:r>
            <a:r>
              <a:rPr sz="2400" b="1">
                <a:solidFill>
                  <a:srgbClr val="000000"/>
                </a:solidFill>
              </a:rPr>
              <a:t>Ctrl+C</a:t>
            </a:r>
          </a:p>
          <a:p>
            <a:pPr marL="571500" indent="-571500" algn="l">
              <a:spcAft>
                <a:spcPts val="1000"/>
              </a:spcAft>
              <a:buClr>
                <a:srgbClr val="000000"/>
              </a:buClr>
              <a:buFont typeface="Arial"/>
              <a:buChar char="•"/>
            </a:pPr>
            <a:r>
              <a:rPr sz="2400">
                <a:solidFill>
                  <a:srgbClr val="000000"/>
                </a:solidFill>
              </a:rPr>
              <a:t>Build again before </a:t>
            </a:r>
            <a:r>
              <a:rPr sz="2400">
                <a:solidFill>
                  <a:srgbClr val="B0006A"/>
                </a:solidFill>
                <a:latin typeface="Consolas"/>
              </a:rPr>
              <a:t>ros2 run</a:t>
            </a:r>
            <a:r>
              <a:rPr sz="2400">
                <a:solidFill>
                  <a:srgbClr val="000000"/>
                </a:solidFill>
              </a:rPr>
              <a:t> (unless you used </a:t>
            </a:r>
            <a:r>
              <a:rPr sz="2400">
                <a:solidFill>
                  <a:srgbClr val="B0006A"/>
                </a:solidFill>
                <a:latin typeface="Consolas"/>
              </a:rPr>
              <a:t>--symlink-install</a:t>
            </a:r>
            <a:r>
              <a:rPr sz="2400">
                <a:solidFill>
                  <a:srgbClr val="000000"/>
                </a:solidFill>
              </a:rPr>
              <a:t>)</a:t>
            </a:r>
          </a:p>
          <a:p>
            <a:pPr marL="571500" indent="-571500" algn="l">
              <a:spcAft>
                <a:spcPts val="1000"/>
              </a:spcAft>
              <a:buClr>
                <a:srgbClr val="000000"/>
              </a:buClr>
              <a:buFont typeface="Arial"/>
              <a:buChar char="•"/>
            </a:pPr>
            <a:r>
              <a:rPr sz="2400" b="1">
                <a:solidFill>
                  <a:srgbClr val="000000"/>
                </a:solidFill>
              </a:rPr>
              <a:t>Exercise:</a:t>
            </a:r>
            <a:r>
              <a:rPr sz="2400">
                <a:solidFill>
                  <a:srgbClr val="000000"/>
                </a:solidFill>
              </a:rPr>
              <a:t> add a counter that counts how many times hello was printed</a:t>
            </a:r>
          </a:p>
          <a:p>
            <a:pPr marL="571500" indent="-571500" algn="l">
              <a:spcAft>
                <a:spcPts val="1000"/>
              </a:spcAft>
              <a:buClr>
                <a:srgbClr val="000000"/>
              </a:buClr>
              <a:buFont typeface="Arial"/>
              <a:buChar char="•"/>
            </a:pPr>
            <a:r>
              <a:rPr sz="2400">
                <a:solidFill>
                  <a:srgbClr val="000000"/>
                </a:solidFill>
              </a:rPr>
              <a:t>Check with </a:t>
            </a:r>
            <a:r>
              <a:rPr sz="2400">
                <a:solidFill>
                  <a:srgbClr val="B0006A"/>
                </a:solidFill>
                <a:latin typeface="Consolas"/>
              </a:rPr>
              <a:t>ros2 node list</a:t>
            </a:r>
            <a:r>
              <a:rPr sz="2400">
                <a:solidFill>
                  <a:srgbClr val="000000"/>
                </a:solidFill>
              </a:rPr>
              <a:t>: do you see </a:t>
            </a:r>
            <a:r>
              <a:rPr sz="2400">
                <a:solidFill>
                  <a:srgbClr val="B0006A"/>
                </a:solidFill>
                <a:latin typeface="Consolas"/>
              </a:rPr>
              <a:t>/first_node</a:t>
            </a:r>
            <a:r>
              <a:rPr sz="2400">
                <a:solidFill>
                  <a:srgbClr val="000000"/>
                </a:solidFill>
              </a:rPr>
              <a:t>?</a:t>
            </a:r>
          </a:p>
        </p:txBody>
      </p:sp>
    </p:spTree>
    <p:extLst>
      <p:ext uri="{BB962C8B-B14F-4D97-AF65-F5344CB8AC3E}">
        <p14:creationId xmlns:p14="http://schemas.microsoft.com/office/powerpoint/2010/main" val="263824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D6835-BE6F-6AD8-5168-35385D23CA3D}"/>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B7F0E40F-67C2-DD4E-8868-D32395FDFD33}"/>
              </a:ext>
            </a:extLst>
          </p:cNvPr>
          <p:cNvSpPr>
            <a:spLocks noGrp="1"/>
          </p:cNvSpPr>
          <p:nvPr>
            <p:ph type="body" sz="quarter" idx="17"/>
          </p:nvPr>
        </p:nvSpPr>
        <p:spPr/>
        <p:txBody>
          <a:bodyPr/>
          <a:lstStyle/>
          <a:p>
            <a:pPr marL="457200" indent="-457200">
              <a:buFont typeface="Arial" panose="020B0604020202020204" pitchFamily="34" charset="0"/>
              <a:buChar char="•"/>
            </a:pPr>
            <a:r>
              <a:rPr lang="en-US" sz="3200" dirty="0"/>
              <a:t>Run demo talker and listener again</a:t>
            </a:r>
          </a:p>
          <a:p>
            <a:pPr marL="457200" indent="-457200">
              <a:buFont typeface="Arial" panose="020B0604020202020204" pitchFamily="34" charset="0"/>
              <a:buChar char="•"/>
            </a:pPr>
            <a:r>
              <a:rPr lang="en-US" sz="3200" dirty="0"/>
              <a:t>Check the topic with </a:t>
            </a:r>
            <a:r>
              <a:rPr lang="en-US" sz="2800" i="1" dirty="0">
                <a:solidFill>
                  <a:srgbClr val="FF0000"/>
                </a:solidFill>
              </a:rPr>
              <a:t>ros2 topic info /chatter</a:t>
            </a:r>
          </a:p>
          <a:p>
            <a:pPr marL="457200" indent="-457200">
              <a:buFont typeface="Arial" panose="020B0604020202020204" pitchFamily="34" charset="0"/>
              <a:buChar char="•"/>
            </a:pPr>
            <a:r>
              <a:rPr lang="en-US" sz="3200" dirty="0"/>
              <a:t>We can see </a:t>
            </a:r>
            <a:r>
              <a:rPr lang="en-US" sz="2800" i="1" dirty="0"/>
              <a:t>Type: </a:t>
            </a:r>
            <a:r>
              <a:rPr lang="en-US" sz="2800" i="1" dirty="0" err="1"/>
              <a:t>std_msgs</a:t>
            </a:r>
            <a:r>
              <a:rPr lang="en-US" sz="2800" i="1" dirty="0"/>
              <a:t>/msg/String</a:t>
            </a:r>
          </a:p>
          <a:p>
            <a:pPr marL="1143000" lvl="1" indent="-457200">
              <a:buFont typeface="Arial" panose="020B0604020202020204" pitchFamily="34" charset="0"/>
              <a:buChar char="•"/>
            </a:pPr>
            <a:r>
              <a:rPr lang="en-US" sz="3200" dirty="0"/>
              <a:t>This is the type of the topic (</a:t>
            </a:r>
            <a:r>
              <a:rPr lang="en-US" sz="3200" dirty="0" err="1"/>
              <a:t>std_msgs</a:t>
            </a:r>
            <a:r>
              <a:rPr lang="en-US" sz="3200" dirty="0"/>
              <a:t>)</a:t>
            </a:r>
          </a:p>
          <a:p>
            <a:pPr marL="457200" indent="-457200">
              <a:buFont typeface="Arial" panose="020B0604020202020204" pitchFamily="34" charset="0"/>
              <a:buChar char="•"/>
            </a:pPr>
            <a:r>
              <a:rPr lang="en-US" sz="3200" dirty="0"/>
              <a:t>Investigate the structure of the message a bit deeper:</a:t>
            </a:r>
          </a:p>
          <a:p>
            <a:pPr marL="1143000" lvl="1" indent="-457200">
              <a:buFont typeface="Arial" panose="020B0604020202020204" pitchFamily="34" charset="0"/>
              <a:buChar char="•"/>
            </a:pPr>
            <a:r>
              <a:rPr lang="en-US" sz="2800" i="1" dirty="0">
                <a:solidFill>
                  <a:srgbClr val="FF0000"/>
                </a:solidFill>
              </a:rPr>
              <a:t>ros2 interface show </a:t>
            </a:r>
            <a:r>
              <a:rPr lang="en-US" sz="2800" i="1" dirty="0" err="1">
                <a:solidFill>
                  <a:srgbClr val="FF0000"/>
                </a:solidFill>
              </a:rPr>
              <a:t>std_msgs</a:t>
            </a:r>
            <a:r>
              <a:rPr lang="en-US" sz="2800" i="1" dirty="0">
                <a:solidFill>
                  <a:srgbClr val="FF0000"/>
                </a:solidFill>
              </a:rPr>
              <a:t>/msg/String</a:t>
            </a:r>
          </a:p>
          <a:p>
            <a:pPr marL="1143000" lvl="1" indent="-457200">
              <a:buFont typeface="Arial" panose="020B0604020202020204" pitchFamily="34" charset="0"/>
              <a:buChar char="•"/>
            </a:pPr>
            <a:r>
              <a:rPr lang="en-US" sz="2800" dirty="0"/>
              <a:t>We get some logs and </a:t>
            </a:r>
            <a:r>
              <a:rPr lang="en-US" sz="2800" i="1" dirty="0"/>
              <a:t>string data</a:t>
            </a:r>
            <a:endParaRPr lang="en-US" sz="2800" dirty="0"/>
          </a:p>
          <a:p>
            <a:pPr marL="1828800" lvl="2" indent="-457200">
              <a:buFont typeface="Arial" panose="020B0604020202020204" pitchFamily="34" charset="0"/>
              <a:buChar char="•"/>
            </a:pPr>
            <a:r>
              <a:rPr lang="en-US" sz="2800" dirty="0"/>
              <a:t>This means our message has 1 field called data with a string to it</a:t>
            </a:r>
          </a:p>
          <a:p>
            <a:pPr lvl="3"/>
            <a:r>
              <a:rPr lang="en-US" sz="2000" dirty="0">
                <a:effectLst/>
                <a:latin typeface="Calibri" panose="020F0502020204030204" pitchFamily="34" charset="0"/>
              </a:rPr>
              <a:t>ros2 topic echo /chatter</a:t>
            </a:r>
          </a:p>
          <a:p>
            <a:pPr lvl="3"/>
            <a:r>
              <a:rPr lang="en-US" sz="2000" dirty="0">
                <a:effectLst/>
                <a:latin typeface="Calibri" panose="020F0502020204030204" pitchFamily="34" charset="0"/>
              </a:rPr>
              <a:t>data: 'Hello World: 4'</a:t>
            </a:r>
          </a:p>
          <a:p>
            <a:pPr lvl="3"/>
            <a:r>
              <a:rPr lang="en-US" sz="2000" dirty="0">
                <a:effectLst/>
                <a:latin typeface="Calibri" panose="020F0502020204030204" pitchFamily="34" charset="0"/>
              </a:rPr>
              <a:t>---</a:t>
            </a:r>
          </a:p>
          <a:p>
            <a:pPr lvl="3"/>
            <a:r>
              <a:rPr lang="en-US" sz="2000" dirty="0">
                <a:effectLst/>
                <a:latin typeface="Calibri" panose="020F0502020204030204" pitchFamily="34" charset="0"/>
              </a:rPr>
              <a:t>data: 'Hello World: 5'</a:t>
            </a:r>
          </a:p>
          <a:p>
            <a:pPr lvl="3"/>
            <a:r>
              <a:rPr lang="en-US" sz="2000" dirty="0">
                <a:effectLst/>
                <a:latin typeface="Calibri" panose="020F0502020204030204" pitchFamily="34" charset="0"/>
              </a:rPr>
              <a:t>---</a:t>
            </a:r>
          </a:p>
          <a:p>
            <a:pPr lvl="3"/>
            <a:r>
              <a:rPr lang="en-US" sz="2000" dirty="0">
                <a:effectLst/>
                <a:latin typeface="Calibri" panose="020F0502020204030204" pitchFamily="34" charset="0"/>
              </a:rPr>
              <a:t>data: 'Hello World: 6'</a:t>
            </a:r>
          </a:p>
          <a:p>
            <a:pPr lvl="3"/>
            <a:r>
              <a:rPr lang="en-US" sz="2000" dirty="0">
                <a:effectLst/>
                <a:latin typeface="Calibri" panose="020F0502020204030204" pitchFamily="34" charset="0"/>
              </a:rPr>
              <a:t>---</a:t>
            </a:r>
          </a:p>
          <a:p>
            <a:pPr marL="1828800" lvl="2" indent="-457200">
              <a:buFont typeface="Arial" panose="020B0604020202020204" pitchFamily="34" charset="0"/>
              <a:buChar char="•"/>
            </a:pPr>
            <a:endParaRPr lang="en-US" sz="2800" dirty="0"/>
          </a:p>
          <a:p>
            <a:pPr marL="1828800" lvl="2" indent="-457200">
              <a:buFont typeface="Arial" panose="020B0604020202020204" pitchFamily="34" charset="0"/>
              <a:buChar char="•"/>
            </a:pPr>
            <a:endParaRPr lang="en-US" sz="28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D838DC37-CD15-A8F2-F977-0F4CF0C99C30}"/>
              </a:ext>
            </a:extLst>
          </p:cNvPr>
          <p:cNvSpPr>
            <a:spLocks noGrp="1"/>
          </p:cNvSpPr>
          <p:nvPr>
            <p:ph type="sldNum" sz="quarter" idx="12"/>
          </p:nvPr>
        </p:nvSpPr>
        <p:spPr/>
        <p:txBody>
          <a:bodyPr/>
          <a:lstStyle/>
          <a:p>
            <a:fld id="{B7527A74-2D87-4307-9531-5A57D9647EEB}" type="slidenum">
              <a:rPr lang="nl-BE" smtClean="0"/>
              <a:pPr/>
              <a:t>49</a:t>
            </a:fld>
            <a:endParaRPr lang="nl-BE"/>
          </a:p>
        </p:txBody>
      </p:sp>
      <p:sp>
        <p:nvSpPr>
          <p:cNvPr id="4" name="Titel 3">
            <a:extLst>
              <a:ext uri="{FF2B5EF4-FFF2-40B4-BE49-F238E27FC236}">
                <a16:creationId xmlns:a16="http://schemas.microsoft.com/office/drawing/2014/main" id="{AFD99651-0436-684D-075D-2696DA4244C3}"/>
              </a:ext>
            </a:extLst>
          </p:cNvPr>
          <p:cNvSpPr>
            <a:spLocks noGrp="1"/>
          </p:cNvSpPr>
          <p:nvPr>
            <p:ph type="title"/>
          </p:nvPr>
        </p:nvSpPr>
        <p:spPr/>
        <p:txBody>
          <a:bodyPr/>
          <a:lstStyle/>
          <a:p>
            <a:r>
              <a:rPr lang="en-US" dirty="0"/>
              <a:t>Analyze topics</a:t>
            </a:r>
          </a:p>
        </p:txBody>
      </p:sp>
      <p:sp>
        <p:nvSpPr>
          <p:cNvPr id="5" name="Tijdelijke aanduiding voor datum 4">
            <a:extLst>
              <a:ext uri="{FF2B5EF4-FFF2-40B4-BE49-F238E27FC236}">
                <a16:creationId xmlns:a16="http://schemas.microsoft.com/office/drawing/2014/main" id="{3700D336-4996-F568-A178-9B1B421B2363}"/>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CB71C789-6EE5-53D8-7AF3-60A1FFA5B85E}"/>
              </a:ext>
            </a:extLst>
          </p:cNvPr>
          <p:cNvSpPr>
            <a:spLocks noGrp="1"/>
          </p:cNvSpPr>
          <p:nvPr>
            <p:ph type="ftr" sz="quarter" idx="11"/>
          </p:nvPr>
        </p:nvSpPr>
        <p:spPr/>
        <p:txBody>
          <a:bodyPr/>
          <a:lstStyle/>
          <a:p>
            <a:r>
              <a:rPr lang="en-US"/>
              <a:t>Robotics &amp; edge AI – Introduction to ROS 2</a:t>
            </a:r>
            <a:endParaRPr lang="nl-BE" dirty="0"/>
          </a:p>
        </p:txBody>
      </p:sp>
      <p:pic>
        <p:nvPicPr>
          <p:cNvPr id="8" name="Afbeelding 7">
            <a:extLst>
              <a:ext uri="{FF2B5EF4-FFF2-40B4-BE49-F238E27FC236}">
                <a16:creationId xmlns:a16="http://schemas.microsoft.com/office/drawing/2014/main" id="{4E99338C-0637-9F83-41F8-A4CFBF085722}"/>
              </a:ext>
            </a:extLst>
          </p:cNvPr>
          <p:cNvPicPr>
            <a:picLocks noChangeAspect="1"/>
          </p:cNvPicPr>
          <p:nvPr/>
        </p:nvPicPr>
        <p:blipFill>
          <a:blip r:embed="rId3"/>
          <a:stretch>
            <a:fillRect/>
          </a:stretch>
        </p:blipFill>
        <p:spPr>
          <a:xfrm>
            <a:off x="11084448" y="197796"/>
            <a:ext cx="6917733" cy="3478048"/>
          </a:xfrm>
          <a:prstGeom prst="rect">
            <a:avLst/>
          </a:prstGeom>
        </p:spPr>
      </p:pic>
      <p:sp>
        <p:nvSpPr>
          <p:cNvPr id="12" name="Tekstvak 11">
            <a:extLst>
              <a:ext uri="{FF2B5EF4-FFF2-40B4-BE49-F238E27FC236}">
                <a16:creationId xmlns:a16="http://schemas.microsoft.com/office/drawing/2014/main" id="{2450D022-0098-611A-93C2-05143D9DBE47}"/>
              </a:ext>
            </a:extLst>
          </p:cNvPr>
          <p:cNvSpPr txBox="1"/>
          <p:nvPr/>
        </p:nvSpPr>
        <p:spPr>
          <a:xfrm>
            <a:off x="9144000" y="7673371"/>
            <a:ext cx="9170376" cy="1569660"/>
          </a:xfrm>
          <a:prstGeom prst="rect">
            <a:avLst/>
          </a:prstGeom>
          <a:noFill/>
        </p:spPr>
        <p:txBody>
          <a:bodyPr wrap="square">
            <a:spAutoFit/>
          </a:bodyPr>
          <a:lstStyle/>
          <a:p>
            <a:pPr marL="0" marR="0">
              <a:buNone/>
            </a:pPr>
            <a:r>
              <a:rPr lang="en-US" sz="2400" i="1" dirty="0">
                <a:solidFill>
                  <a:srgbClr val="96979D"/>
                </a:solidFill>
                <a:effectLst/>
                <a:latin typeface="Calibri" panose="020F0502020204030204" pitchFamily="34" charset="0"/>
              </a:rPr>
              <a:t># Create an instance of the String message </a:t>
            </a:r>
            <a:endParaRPr lang="en-US" sz="2400" dirty="0">
              <a:solidFill>
                <a:srgbClr val="96979D"/>
              </a:solidFill>
              <a:effectLst/>
              <a:latin typeface="Calibri" panose="020F0502020204030204" pitchFamily="34" charset="0"/>
            </a:endParaRPr>
          </a:p>
          <a:p>
            <a:pPr marL="0" marR="0">
              <a:buNone/>
            </a:pPr>
            <a:r>
              <a:rPr lang="en-US" sz="2400" dirty="0">
                <a:effectLst/>
                <a:latin typeface="Calibri" panose="020F0502020204030204" pitchFamily="34" charset="0"/>
              </a:rPr>
              <a:t>msg </a:t>
            </a:r>
            <a:r>
              <a:rPr lang="en-US" sz="2400" dirty="0">
                <a:solidFill>
                  <a:srgbClr val="4078F2"/>
                </a:solidFill>
                <a:effectLst/>
                <a:latin typeface="Calibri" panose="020F0502020204030204" pitchFamily="34" charset="0"/>
              </a:rPr>
              <a:t>=</a:t>
            </a:r>
            <a:r>
              <a:rPr lang="en-US" sz="2400" dirty="0">
                <a:effectLst/>
                <a:latin typeface="Calibri" panose="020F0502020204030204" pitchFamily="34" charset="0"/>
              </a:rPr>
              <a:t> String</a:t>
            </a:r>
            <a:r>
              <a:rPr lang="en-US" sz="2400" dirty="0">
                <a:solidFill>
                  <a:srgbClr val="383A42"/>
                </a:solidFill>
                <a:effectLst/>
                <a:latin typeface="Calibri" panose="020F0502020204030204" pitchFamily="34" charset="0"/>
              </a:rPr>
              <a:t>()</a:t>
            </a:r>
            <a:r>
              <a:rPr lang="en-US" sz="2400" dirty="0">
                <a:effectLst/>
                <a:latin typeface="Calibri" panose="020F0502020204030204" pitchFamily="34" charset="0"/>
              </a:rPr>
              <a:t>                            </a:t>
            </a:r>
            <a:r>
              <a:rPr lang="en-US" sz="2400" i="1" dirty="0">
                <a:solidFill>
                  <a:srgbClr val="96979D"/>
                </a:solidFill>
                <a:effectLst/>
                <a:latin typeface="Calibri" panose="020F0502020204030204" pitchFamily="34" charset="0"/>
              </a:rPr>
              <a:t># Creates empty: {"data": ""} </a:t>
            </a:r>
            <a:endParaRPr lang="en-US" sz="2400" dirty="0">
              <a:effectLst/>
              <a:latin typeface="Calibri" panose="020F0502020204030204" pitchFamily="34" charset="0"/>
            </a:endParaRPr>
          </a:p>
          <a:p>
            <a:pPr marL="0" marR="0">
              <a:buNone/>
            </a:pPr>
            <a:r>
              <a:rPr lang="en-US" sz="2400" i="1" dirty="0">
                <a:solidFill>
                  <a:srgbClr val="96979D"/>
                </a:solidFill>
                <a:effectLst/>
                <a:latin typeface="Calibri" panose="020F0502020204030204" pitchFamily="34" charset="0"/>
              </a:rPr>
              <a:t># Fill in the data field </a:t>
            </a:r>
            <a:endParaRPr lang="en-US" sz="2400" dirty="0">
              <a:solidFill>
                <a:srgbClr val="96979D"/>
              </a:solidFill>
              <a:effectLst/>
              <a:latin typeface="Calibri" panose="020F0502020204030204" pitchFamily="34" charset="0"/>
            </a:endParaRPr>
          </a:p>
          <a:p>
            <a:pPr marL="0" marR="0">
              <a:buNone/>
            </a:pPr>
            <a:r>
              <a:rPr lang="en-US" sz="2400" dirty="0" err="1">
                <a:effectLst/>
                <a:latin typeface="Calibri" panose="020F0502020204030204" pitchFamily="34" charset="0"/>
              </a:rPr>
              <a:t>msg</a:t>
            </a:r>
            <a:r>
              <a:rPr lang="en-US" sz="2400" dirty="0" err="1">
                <a:solidFill>
                  <a:srgbClr val="383A42"/>
                </a:solidFill>
                <a:effectLst/>
                <a:latin typeface="Calibri" panose="020F0502020204030204" pitchFamily="34" charset="0"/>
              </a:rPr>
              <a:t>.</a:t>
            </a:r>
            <a:r>
              <a:rPr lang="en-US" sz="2400" dirty="0" err="1">
                <a:effectLst/>
                <a:latin typeface="Calibri" panose="020F0502020204030204" pitchFamily="34" charset="0"/>
              </a:rPr>
              <a:t>data</a:t>
            </a:r>
            <a:r>
              <a:rPr lang="en-US" sz="2400" dirty="0">
                <a:effectLst/>
                <a:latin typeface="Calibri" panose="020F0502020204030204" pitchFamily="34" charset="0"/>
              </a:rPr>
              <a:t> </a:t>
            </a:r>
            <a:r>
              <a:rPr lang="en-US" sz="2400" dirty="0">
                <a:solidFill>
                  <a:srgbClr val="4078F2"/>
                </a:solidFill>
                <a:effectLst/>
                <a:latin typeface="Calibri" panose="020F0502020204030204" pitchFamily="34" charset="0"/>
              </a:rPr>
              <a:t>= </a:t>
            </a:r>
            <a:r>
              <a:rPr lang="en-US" sz="2400" dirty="0">
                <a:solidFill>
                  <a:srgbClr val="50A14F"/>
                </a:solidFill>
                <a:effectLst/>
                <a:latin typeface="Calibri" panose="020F0502020204030204" pitchFamily="34" charset="0"/>
              </a:rPr>
              <a:t>"Hello World: 1"</a:t>
            </a:r>
            <a:r>
              <a:rPr lang="en-US" sz="2400" dirty="0">
                <a:effectLst/>
                <a:latin typeface="Calibri" panose="020F0502020204030204" pitchFamily="34" charset="0"/>
              </a:rPr>
              <a:t>  </a:t>
            </a:r>
            <a:r>
              <a:rPr lang="en-US" sz="2400" i="1" dirty="0">
                <a:solidFill>
                  <a:srgbClr val="96979D"/>
                </a:solidFill>
                <a:effectLst/>
                <a:latin typeface="Calibri" panose="020F0502020204030204" pitchFamily="34" charset="0"/>
              </a:rPr>
              <a:t># Now: {"data": "Hello World: 1"}</a:t>
            </a:r>
            <a:endParaRPr lang="en-US" sz="2400" dirty="0">
              <a:effectLst/>
              <a:latin typeface="Calibri" panose="020F0502020204030204" pitchFamily="34" charset="0"/>
            </a:endParaRPr>
          </a:p>
        </p:txBody>
      </p:sp>
      <p:sp>
        <p:nvSpPr>
          <p:cNvPr id="13" name="Tekstvak 12">
            <a:extLst>
              <a:ext uri="{FF2B5EF4-FFF2-40B4-BE49-F238E27FC236}">
                <a16:creationId xmlns:a16="http://schemas.microsoft.com/office/drawing/2014/main" id="{80628DF8-357A-89F0-D657-794B8646F507}"/>
              </a:ext>
            </a:extLst>
          </p:cNvPr>
          <p:cNvSpPr txBox="1"/>
          <p:nvPr/>
        </p:nvSpPr>
        <p:spPr>
          <a:xfrm>
            <a:off x="10458759" y="7148020"/>
            <a:ext cx="9170376" cy="461665"/>
          </a:xfrm>
          <a:prstGeom prst="rect">
            <a:avLst/>
          </a:prstGeom>
          <a:noFill/>
        </p:spPr>
        <p:txBody>
          <a:bodyPr wrap="square">
            <a:spAutoFit/>
          </a:bodyPr>
          <a:lstStyle/>
          <a:p>
            <a:pPr marL="0" marR="0">
              <a:buNone/>
            </a:pPr>
            <a:r>
              <a:rPr lang="en-US" sz="2400" dirty="0" err="1">
                <a:effectLst/>
                <a:latin typeface="Calibri" panose="020F0502020204030204" pitchFamily="34" charset="0"/>
              </a:rPr>
              <a:t>Codewise</a:t>
            </a:r>
            <a:r>
              <a:rPr lang="en-US" sz="2400" dirty="0">
                <a:effectLst/>
                <a:latin typeface="Calibri" panose="020F0502020204030204" pitchFamily="34" charset="0"/>
              </a:rPr>
              <a:t> it would look somewhat like this:</a:t>
            </a:r>
          </a:p>
        </p:txBody>
      </p:sp>
    </p:spTree>
    <p:extLst>
      <p:ext uri="{BB962C8B-B14F-4D97-AF65-F5344CB8AC3E}">
        <p14:creationId xmlns:p14="http://schemas.microsoft.com/office/powerpoint/2010/main" val="2468755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54F5-F514-90C6-1F05-98B364626D3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0713DFAE-60A5-4497-BACF-DF11DE1598AD}"/>
              </a:ext>
            </a:extLst>
          </p:cNvPr>
          <p:cNvSpPr>
            <a:spLocks noGrp="1"/>
          </p:cNvSpPr>
          <p:nvPr>
            <p:ph type="body" sz="quarter" idx="17"/>
          </p:nvPr>
        </p:nvSpPr>
        <p:spPr/>
        <p:txBody>
          <a:bodyPr/>
          <a:lstStyle/>
          <a:p>
            <a:pPr marL="457200" indent="-457200">
              <a:buFont typeface="Arial" panose="020B0604020202020204" pitchFamily="34" charset="0"/>
              <a:buChar char="•"/>
            </a:pPr>
            <a:r>
              <a:rPr lang="en-US" sz="3200" dirty="0"/>
              <a:t>Add the dependency:</a:t>
            </a:r>
          </a:p>
          <a:p>
            <a:pPr marL="1371600" marR="0" lvl="2" indent="0" algn="l" defTabSz="1371600" rtl="0" eaLnBrk="1" fontAlgn="auto" latinLnBrk="0" hangingPunct="1">
              <a:lnSpc>
                <a:spcPct val="100000"/>
              </a:lnSpc>
              <a:spcBef>
                <a:spcPts val="75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B0006A"/>
                </a:solidFill>
                <a:effectLst/>
                <a:uLnTx/>
                <a:uFillTx/>
                <a:latin typeface="Consolas" panose="020B0609020204030204" pitchFamily="49" charset="0"/>
                <a:ea typeface="+mn-ea"/>
                <a:cs typeface="+mn-cs"/>
              </a:rPr>
              <a:t>&lt;depend&gt;</a:t>
            </a:r>
            <a:r>
              <a:rPr lang="en-US" sz="2000" dirty="0">
                <a:solidFill>
                  <a:srgbClr val="B0006A"/>
                </a:solidFill>
                <a:latin typeface="Consolas" panose="020B0609020204030204" pitchFamily="49" charset="0"/>
              </a:rPr>
              <a:t>std</a:t>
            </a:r>
            <a:r>
              <a:rPr kumimoji="0" lang="en-US" sz="2000" b="0" i="0" u="none" strike="noStrike" kern="1200" cap="none" spc="0" normalizeH="0" baseline="0" noProof="0" dirty="0">
                <a:ln>
                  <a:noFill/>
                </a:ln>
                <a:solidFill>
                  <a:srgbClr val="B0006A"/>
                </a:solidFill>
                <a:effectLst/>
                <a:uLnTx/>
                <a:uFillTx/>
                <a:latin typeface="Consolas" panose="020B0609020204030204" pitchFamily="49" charset="0"/>
                <a:ea typeface="+mn-ea"/>
                <a:cs typeface="+mn-cs"/>
              </a:rPr>
              <a:t>_</a:t>
            </a:r>
            <a:r>
              <a:rPr kumimoji="0" lang="en-US" sz="2000" b="0" i="0" u="none" strike="noStrike" kern="1200" cap="none" spc="0" normalizeH="0" baseline="0" noProof="0" dirty="0" err="1">
                <a:ln>
                  <a:noFill/>
                </a:ln>
                <a:solidFill>
                  <a:srgbClr val="B0006A"/>
                </a:solidFill>
                <a:effectLst/>
                <a:uLnTx/>
                <a:uFillTx/>
                <a:latin typeface="Consolas" panose="020B0609020204030204" pitchFamily="49" charset="0"/>
                <a:ea typeface="+mn-ea"/>
                <a:cs typeface="+mn-cs"/>
              </a:rPr>
              <a:t>msgs</a:t>
            </a:r>
            <a:r>
              <a:rPr kumimoji="0" lang="en-US" sz="2000" b="0" i="0" u="none" strike="noStrike" kern="1200" cap="none" spc="0" normalizeH="0" baseline="0" noProof="0" dirty="0">
                <a:ln>
                  <a:noFill/>
                </a:ln>
                <a:solidFill>
                  <a:srgbClr val="B0006A"/>
                </a:solidFill>
                <a:effectLst/>
                <a:uLnTx/>
                <a:uFillTx/>
                <a:latin typeface="Consolas" panose="020B0609020204030204" pitchFamily="49" charset="0"/>
                <a:ea typeface="+mn-ea"/>
                <a:cs typeface="+mn-cs"/>
              </a:rPr>
              <a:t>&lt;/depend&gt;</a:t>
            </a:r>
            <a:endParaRPr kumimoji="0" lang="en-US" sz="2000" b="0" i="0" u="none" strike="noStrike" kern="1200" cap="none" spc="0" normalizeH="0" baseline="0" noProof="0" dirty="0">
              <a:ln>
                <a:noFill/>
              </a:ln>
              <a:solidFill>
                <a:srgbClr val="CCCCCC"/>
              </a:solidFill>
              <a:effectLst/>
              <a:uLnTx/>
              <a:uFillTx/>
              <a:latin typeface="Consolas" panose="020B0609020204030204" pitchFamily="49" charset="0"/>
              <a:ea typeface="+mn-ea"/>
              <a:cs typeface="+mn-cs"/>
            </a:endParaRPr>
          </a:p>
          <a:p>
            <a:pPr marL="457200" indent="-457200">
              <a:buFont typeface="Arial" panose="020B0604020202020204" pitchFamily="34" charset="0"/>
              <a:buChar char="•"/>
            </a:pPr>
            <a:r>
              <a:rPr lang="en-US" sz="3200" dirty="0"/>
              <a:t> Create the publisher</a:t>
            </a:r>
          </a:p>
          <a:p>
            <a:pPr lvl="2">
              <a:lnSpc>
                <a:spcPct val="100000"/>
              </a:lnSpc>
              <a:defRPr/>
            </a:pPr>
            <a:r>
              <a:rPr lang="en-GB" sz="2000" dirty="0" err="1">
                <a:solidFill>
                  <a:srgbClr val="B0006A"/>
                </a:solidFill>
                <a:latin typeface="Consolas" panose="020B0609020204030204" pitchFamily="49" charset="0"/>
              </a:rPr>
              <a:t>self.publisher</a:t>
            </a:r>
            <a:r>
              <a:rPr lang="en-GB" sz="2000" dirty="0">
                <a:solidFill>
                  <a:srgbClr val="B0006A"/>
                </a:solidFill>
                <a:latin typeface="Consolas" panose="020B0609020204030204" pitchFamily="49" charset="0"/>
              </a:rPr>
              <a:t> = </a:t>
            </a:r>
            <a:r>
              <a:rPr lang="en-GB" sz="2000" dirty="0" err="1">
                <a:solidFill>
                  <a:srgbClr val="B0006A"/>
                </a:solidFill>
                <a:latin typeface="Consolas" panose="020B0609020204030204" pitchFamily="49" charset="0"/>
              </a:rPr>
              <a:t>self.create_publisher</a:t>
            </a:r>
            <a:r>
              <a:rPr lang="en-GB" sz="2000" dirty="0">
                <a:solidFill>
                  <a:srgbClr val="B0006A"/>
                </a:solidFill>
                <a:latin typeface="Consolas" panose="020B0609020204030204" pitchFamily="49" charset="0"/>
              </a:rPr>
              <a:t>($type, ‘$topic’, </a:t>
            </a:r>
            <a:r>
              <a:rPr lang="en-GB" sz="2000" dirty="0" err="1">
                <a:solidFill>
                  <a:srgbClr val="B0006A"/>
                </a:solidFill>
                <a:latin typeface="Consolas" panose="020B0609020204030204" pitchFamily="49" charset="0"/>
              </a:rPr>
              <a:t>queue_size</a:t>
            </a:r>
            <a:r>
              <a:rPr lang="en-GB" sz="2000" dirty="0">
                <a:solidFill>
                  <a:srgbClr val="B0006A"/>
                </a:solidFill>
                <a:latin typeface="Consolas" panose="020B0609020204030204" pitchFamily="49" charset="0"/>
              </a:rPr>
              <a:t>)</a:t>
            </a:r>
            <a:endParaRPr lang="en-US" sz="2800" dirty="0"/>
          </a:p>
          <a:p>
            <a:pPr marL="457200" indent="-457200">
              <a:buFont typeface="Arial" panose="020B0604020202020204" pitchFamily="34" charset="0"/>
              <a:buChar char="•"/>
            </a:pPr>
            <a:r>
              <a:rPr lang="en-US" sz="3200" dirty="0"/>
              <a:t>Create message and publish</a:t>
            </a:r>
          </a:p>
          <a:p>
            <a:pPr marL="1371600" marR="0" lvl="2" indent="0" algn="l" defTabSz="1371600" rtl="0" eaLnBrk="1" fontAlgn="auto" latinLnBrk="0" hangingPunct="1">
              <a:lnSpc>
                <a:spcPct val="100000"/>
              </a:lnSpc>
              <a:spcBef>
                <a:spcPts val="750"/>
              </a:spcBef>
              <a:spcAft>
                <a:spcPts val="0"/>
              </a:spcAft>
              <a:buClrTx/>
              <a:buSzTx/>
              <a:buFont typeface="Arial" panose="020B0604020202020204" pitchFamily="34" charset="0"/>
              <a:buNone/>
              <a:tabLst/>
              <a:defRPr/>
            </a:pPr>
            <a:r>
              <a:rPr kumimoji="0" lang="en-GB" sz="2000" b="0" i="0" u="none" strike="noStrike" kern="1200" cap="none" spc="0" normalizeH="0" baseline="0" noProof="0" dirty="0" err="1">
                <a:ln>
                  <a:noFill/>
                </a:ln>
                <a:solidFill>
                  <a:srgbClr val="B0006A"/>
                </a:solidFill>
                <a:effectLst/>
                <a:uLnTx/>
                <a:uFillTx/>
                <a:latin typeface="Consolas" panose="020B0609020204030204" pitchFamily="49" charset="0"/>
                <a:ea typeface="+mn-ea"/>
                <a:cs typeface="+mn-cs"/>
              </a:rPr>
              <a:t>msg</a:t>
            </a:r>
            <a:r>
              <a:rPr kumimoji="0" lang="en-GB" sz="2000" b="0" i="0" u="none" strike="noStrike" kern="1200" cap="none" spc="0" normalizeH="0" baseline="0" noProof="0" dirty="0">
                <a:ln>
                  <a:noFill/>
                </a:ln>
                <a:solidFill>
                  <a:srgbClr val="B0006A"/>
                </a:solidFill>
                <a:effectLst/>
                <a:uLnTx/>
                <a:uFillTx/>
                <a:latin typeface="Consolas" panose="020B0609020204030204" pitchFamily="49" charset="0"/>
                <a:ea typeface="+mn-ea"/>
                <a:cs typeface="+mn-cs"/>
              </a:rPr>
              <a:t> = String()</a:t>
            </a:r>
          </a:p>
          <a:p>
            <a:pPr lvl="2">
              <a:lnSpc>
                <a:spcPct val="100000"/>
              </a:lnSpc>
              <a:defRPr/>
            </a:pPr>
            <a:r>
              <a:rPr lang="en-GB" sz="2000" dirty="0" err="1">
                <a:solidFill>
                  <a:srgbClr val="B0006A"/>
                </a:solidFill>
                <a:latin typeface="Consolas" panose="020B0609020204030204" pitchFamily="49" charset="0"/>
              </a:rPr>
              <a:t>msg.data</a:t>
            </a:r>
            <a:r>
              <a:rPr lang="en-GB" sz="2000" dirty="0">
                <a:solidFill>
                  <a:srgbClr val="B0006A"/>
                </a:solidFill>
                <a:latin typeface="Consolas" panose="020B0609020204030204" pitchFamily="49" charset="0"/>
              </a:rPr>
              <a:t> = </a:t>
            </a:r>
            <a:r>
              <a:rPr lang="en-GB" sz="2000" dirty="0" err="1">
                <a:solidFill>
                  <a:srgbClr val="B0006A"/>
                </a:solidFill>
                <a:latin typeface="Consolas" panose="020B0609020204030204" pitchFamily="49" charset="0"/>
              </a:rPr>
              <a:t>f'Timer</a:t>
            </a:r>
            <a:r>
              <a:rPr lang="en-GB" sz="2000" dirty="0">
                <a:solidFill>
                  <a:srgbClr val="B0006A"/>
                </a:solidFill>
                <a:latin typeface="Consolas" panose="020B0609020204030204" pitchFamily="49" charset="0"/>
              </a:rPr>
              <a:t> callback triggered: {</a:t>
            </a:r>
            <a:r>
              <a:rPr lang="en-GB" sz="2000" dirty="0" err="1">
                <a:solidFill>
                  <a:srgbClr val="B0006A"/>
                </a:solidFill>
                <a:latin typeface="Consolas" panose="020B0609020204030204" pitchFamily="49" charset="0"/>
              </a:rPr>
              <a:t>self.counter</a:t>
            </a:r>
            <a:r>
              <a:rPr lang="en-GB" sz="2000" dirty="0">
                <a:solidFill>
                  <a:srgbClr val="B0006A"/>
                </a:solidFill>
                <a:latin typeface="Consolas" panose="020B0609020204030204" pitchFamily="49" charset="0"/>
              </a:rPr>
              <a:t>}’</a:t>
            </a:r>
          </a:p>
          <a:p>
            <a:pPr lvl="2">
              <a:lnSpc>
                <a:spcPct val="100000"/>
              </a:lnSpc>
              <a:defRPr/>
            </a:pPr>
            <a:r>
              <a:rPr lang="en-GB" sz="2000" dirty="0" err="1">
                <a:solidFill>
                  <a:srgbClr val="B0006A"/>
                </a:solidFill>
                <a:latin typeface="Consolas" panose="020B0609020204030204" pitchFamily="49" charset="0"/>
              </a:rPr>
              <a:t>self.publisher.publish</a:t>
            </a:r>
            <a:r>
              <a:rPr lang="en-GB" sz="2000" dirty="0">
                <a:solidFill>
                  <a:srgbClr val="B0006A"/>
                </a:solidFill>
                <a:latin typeface="Consolas" panose="020B0609020204030204" pitchFamily="49" charset="0"/>
              </a:rPr>
              <a:t>(</a:t>
            </a:r>
            <a:r>
              <a:rPr lang="en-GB" sz="2000" dirty="0" err="1">
                <a:solidFill>
                  <a:srgbClr val="B0006A"/>
                </a:solidFill>
                <a:latin typeface="Consolas" panose="020B0609020204030204" pitchFamily="49" charset="0"/>
              </a:rPr>
              <a:t>msg</a:t>
            </a:r>
            <a:r>
              <a:rPr lang="en-GB" sz="2000" dirty="0">
                <a:solidFill>
                  <a:srgbClr val="B0006A"/>
                </a:solidFill>
                <a:latin typeface="Consolas" panose="020B0609020204030204" pitchFamily="49" charset="0"/>
              </a:rPr>
              <a:t>)</a:t>
            </a:r>
          </a:p>
          <a:p>
            <a:pPr lvl="1"/>
            <a:endParaRPr lang="en-GB" sz="2000" dirty="0">
              <a:solidFill>
                <a:srgbClr val="B0006A"/>
              </a:solidFill>
              <a:latin typeface="Consolas" panose="020B0609020204030204" pitchFamily="49" charset="0"/>
            </a:endParaRPr>
          </a:p>
          <a:p>
            <a:pPr marL="457200" indent="-457200">
              <a:buFont typeface="Arial" panose="020B0604020202020204" pitchFamily="34" charset="0"/>
              <a:buChar char="•"/>
            </a:pPr>
            <a:r>
              <a:rPr lang="en-GB" sz="3200" dirty="0"/>
              <a:t>Publish on your own topic and inspect</a:t>
            </a:r>
            <a:endParaRPr lang="en-US" sz="32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6751E90D-8646-827B-5F54-261670A70C5C}"/>
              </a:ext>
            </a:extLst>
          </p:cNvPr>
          <p:cNvSpPr>
            <a:spLocks noGrp="1"/>
          </p:cNvSpPr>
          <p:nvPr>
            <p:ph type="sldNum" sz="quarter" idx="12"/>
          </p:nvPr>
        </p:nvSpPr>
        <p:spPr/>
        <p:txBody>
          <a:bodyPr/>
          <a:lstStyle/>
          <a:p>
            <a:fld id="{B7527A74-2D87-4307-9531-5A57D9647EEB}" type="slidenum">
              <a:rPr lang="nl-BE" smtClean="0"/>
              <a:pPr/>
              <a:t>50</a:t>
            </a:fld>
            <a:endParaRPr lang="nl-BE"/>
          </a:p>
        </p:txBody>
      </p:sp>
      <p:sp>
        <p:nvSpPr>
          <p:cNvPr id="4" name="Titel 3">
            <a:extLst>
              <a:ext uri="{FF2B5EF4-FFF2-40B4-BE49-F238E27FC236}">
                <a16:creationId xmlns:a16="http://schemas.microsoft.com/office/drawing/2014/main" id="{06545255-7419-E5BB-551E-F4802278EA22}"/>
              </a:ext>
            </a:extLst>
          </p:cNvPr>
          <p:cNvSpPr>
            <a:spLocks noGrp="1"/>
          </p:cNvSpPr>
          <p:nvPr>
            <p:ph type="title"/>
          </p:nvPr>
        </p:nvSpPr>
        <p:spPr/>
        <p:txBody>
          <a:bodyPr/>
          <a:lstStyle/>
          <a:p>
            <a:r>
              <a:rPr lang="en-US" dirty="0"/>
              <a:t>Analyze topics – publish </a:t>
            </a:r>
          </a:p>
        </p:txBody>
      </p:sp>
      <p:sp>
        <p:nvSpPr>
          <p:cNvPr id="5" name="Tijdelijke aanduiding voor datum 4">
            <a:extLst>
              <a:ext uri="{FF2B5EF4-FFF2-40B4-BE49-F238E27FC236}">
                <a16:creationId xmlns:a16="http://schemas.microsoft.com/office/drawing/2014/main" id="{2EF6CCB8-F704-6492-448B-E9C03CBA4288}"/>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37CB83F5-B227-4F8C-99BA-027A6868B44D}"/>
              </a:ext>
            </a:extLst>
          </p:cNvPr>
          <p:cNvSpPr>
            <a:spLocks noGrp="1"/>
          </p:cNvSpPr>
          <p:nvPr>
            <p:ph type="ftr" sz="quarter" idx="11"/>
          </p:nvPr>
        </p:nvSpPr>
        <p:spPr/>
        <p:txBody>
          <a:bodyPr/>
          <a:lstStyle/>
          <a:p>
            <a:r>
              <a:rPr lang="en-US"/>
              <a:t>Robotics &amp; edge AI – Introduction to ROS 2</a:t>
            </a:r>
            <a:endParaRPr lang="nl-BE" dirty="0"/>
          </a:p>
        </p:txBody>
      </p:sp>
    </p:spTree>
    <p:extLst>
      <p:ext uri="{BB962C8B-B14F-4D97-AF65-F5344CB8AC3E}">
        <p14:creationId xmlns:p14="http://schemas.microsoft.com/office/powerpoint/2010/main" val="1703013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63D87-5B07-4C07-8EC1-B997165E87DE}"/>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24A2F459-DF7A-C58D-ABD5-1EFED9B74A6F}"/>
              </a:ext>
            </a:extLst>
          </p:cNvPr>
          <p:cNvSpPr>
            <a:spLocks noGrp="1"/>
          </p:cNvSpPr>
          <p:nvPr>
            <p:ph type="body" sz="quarter" idx="17"/>
          </p:nvPr>
        </p:nvSpPr>
        <p:spPr/>
        <p:txBody>
          <a:bodyPr/>
          <a:lstStyle/>
          <a:p>
            <a:pPr marL="457200" indent="-457200">
              <a:buFont typeface="Arial" panose="020B0604020202020204" pitchFamily="34" charset="0"/>
              <a:buChar char="•"/>
            </a:pPr>
            <a:r>
              <a:rPr lang="en-US" sz="3200" dirty="0"/>
              <a:t>Run </a:t>
            </a:r>
            <a:r>
              <a:rPr lang="en-US" sz="3200" dirty="0" err="1"/>
              <a:t>turtlesim</a:t>
            </a:r>
            <a:r>
              <a:rPr lang="en-US" sz="3200" dirty="0"/>
              <a:t> node and </a:t>
            </a:r>
            <a:r>
              <a:rPr lang="en-US" sz="3200" dirty="0" err="1"/>
              <a:t>teleop</a:t>
            </a:r>
            <a:r>
              <a:rPr lang="en-US" sz="3200" dirty="0"/>
              <a:t> again</a:t>
            </a:r>
          </a:p>
          <a:p>
            <a:pPr marL="457200" indent="-457200">
              <a:buFont typeface="Arial" panose="020B0604020202020204" pitchFamily="34" charset="0"/>
              <a:buChar char="•"/>
            </a:pPr>
            <a:r>
              <a:rPr lang="en-US" sz="3200" dirty="0">
                <a:latin typeface="Calibri" panose="020F0502020204030204" pitchFamily="34" charset="0"/>
              </a:rPr>
              <a:t>Search for the topic that controls the turtle</a:t>
            </a:r>
          </a:p>
          <a:p>
            <a:pPr marL="457200" indent="-457200">
              <a:buFont typeface="Arial" panose="020B0604020202020204" pitchFamily="34" charset="0"/>
              <a:buChar char="•"/>
            </a:pPr>
            <a:r>
              <a:rPr lang="en-US" sz="3200" dirty="0">
                <a:effectLst/>
                <a:latin typeface="Calibri" panose="020F0502020204030204" pitchFamily="34" charset="0"/>
              </a:rPr>
              <a:t>Investigate this topic and how the message looks</a:t>
            </a:r>
          </a:p>
          <a:p>
            <a:pPr marL="457200" indent="-457200">
              <a:buFont typeface="Arial" panose="020B0604020202020204" pitchFamily="34" charset="0"/>
              <a:buChar char="•"/>
            </a:pPr>
            <a:endParaRPr lang="en-US" sz="2000" dirty="0">
              <a:effectLst/>
              <a:latin typeface="Calibri" panose="020F0502020204030204" pitchFamily="34" charset="0"/>
            </a:endParaRPr>
          </a:p>
          <a:p>
            <a:pPr marL="1828800" lvl="2" indent="-457200">
              <a:buFont typeface="Arial" panose="020B0604020202020204" pitchFamily="34" charset="0"/>
              <a:buChar char="•"/>
            </a:pPr>
            <a:endParaRPr lang="en-US" sz="2800" dirty="0"/>
          </a:p>
          <a:p>
            <a:pPr marL="1828800" lvl="2" indent="-457200">
              <a:buFont typeface="Arial" panose="020B0604020202020204" pitchFamily="34" charset="0"/>
              <a:buChar char="•"/>
            </a:pPr>
            <a:endParaRPr lang="en-US" sz="28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440D0D92-F261-72E0-1E11-93D015986084}"/>
              </a:ext>
            </a:extLst>
          </p:cNvPr>
          <p:cNvSpPr>
            <a:spLocks noGrp="1"/>
          </p:cNvSpPr>
          <p:nvPr>
            <p:ph type="sldNum" sz="quarter" idx="12"/>
          </p:nvPr>
        </p:nvSpPr>
        <p:spPr/>
        <p:txBody>
          <a:bodyPr/>
          <a:lstStyle/>
          <a:p>
            <a:fld id="{B7527A74-2D87-4307-9531-5A57D9647EEB}" type="slidenum">
              <a:rPr lang="nl-BE" smtClean="0"/>
              <a:pPr/>
              <a:t>51</a:t>
            </a:fld>
            <a:endParaRPr lang="nl-BE"/>
          </a:p>
        </p:txBody>
      </p:sp>
      <p:sp>
        <p:nvSpPr>
          <p:cNvPr id="4" name="Titel 3">
            <a:extLst>
              <a:ext uri="{FF2B5EF4-FFF2-40B4-BE49-F238E27FC236}">
                <a16:creationId xmlns:a16="http://schemas.microsoft.com/office/drawing/2014/main" id="{7E0341B8-5514-F5C1-CAE1-F6D2601C0693}"/>
              </a:ext>
            </a:extLst>
          </p:cNvPr>
          <p:cNvSpPr>
            <a:spLocks noGrp="1"/>
          </p:cNvSpPr>
          <p:nvPr>
            <p:ph type="title"/>
          </p:nvPr>
        </p:nvSpPr>
        <p:spPr/>
        <p:txBody>
          <a:bodyPr/>
          <a:lstStyle/>
          <a:p>
            <a:r>
              <a:rPr lang="en-US" dirty="0"/>
              <a:t>Analyze topics</a:t>
            </a:r>
          </a:p>
        </p:txBody>
      </p:sp>
      <p:sp>
        <p:nvSpPr>
          <p:cNvPr id="5" name="Tijdelijke aanduiding voor datum 4">
            <a:extLst>
              <a:ext uri="{FF2B5EF4-FFF2-40B4-BE49-F238E27FC236}">
                <a16:creationId xmlns:a16="http://schemas.microsoft.com/office/drawing/2014/main" id="{EBB545C0-7169-8D9F-73A1-4BFB1DF5268C}"/>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C8DF46B9-602E-994D-ED26-2F0A3AF64FFF}"/>
              </a:ext>
            </a:extLst>
          </p:cNvPr>
          <p:cNvSpPr>
            <a:spLocks noGrp="1"/>
          </p:cNvSpPr>
          <p:nvPr>
            <p:ph type="ftr" sz="quarter" idx="11"/>
          </p:nvPr>
        </p:nvSpPr>
        <p:spPr/>
        <p:txBody>
          <a:bodyPr/>
          <a:lstStyle/>
          <a:p>
            <a:r>
              <a:rPr lang="en-US"/>
              <a:t>Robotics &amp; edge AI – Introduction to ROS 2</a:t>
            </a:r>
            <a:endParaRPr lang="nl-BE" dirty="0"/>
          </a:p>
        </p:txBody>
      </p:sp>
    </p:spTree>
    <p:extLst>
      <p:ext uri="{BB962C8B-B14F-4D97-AF65-F5344CB8AC3E}">
        <p14:creationId xmlns:p14="http://schemas.microsoft.com/office/powerpoint/2010/main" val="1048843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EAE1-317A-2C4D-DE7E-C4B90619CDE1}"/>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9C2558D-C2D7-53E8-C481-A5880B6146D4}"/>
              </a:ext>
            </a:extLst>
          </p:cNvPr>
          <p:cNvSpPr>
            <a:spLocks noGrp="1"/>
          </p:cNvSpPr>
          <p:nvPr>
            <p:ph type="body" sz="quarter" idx="17"/>
          </p:nvPr>
        </p:nvSpPr>
        <p:spPr/>
        <p:txBody>
          <a:bodyPr/>
          <a:lstStyle/>
          <a:p>
            <a:endParaRPr lang="en-US" sz="2000" dirty="0">
              <a:effectLst/>
              <a:latin typeface="Calibri" panose="020F0502020204030204" pitchFamily="34" charset="0"/>
            </a:endParaRPr>
          </a:p>
          <a:p>
            <a:pPr marL="1828800" lvl="2" indent="-457200">
              <a:buFont typeface="Arial" panose="020B0604020202020204" pitchFamily="34" charset="0"/>
              <a:buChar char="•"/>
            </a:pPr>
            <a:endParaRPr lang="en-US" sz="2800" dirty="0"/>
          </a:p>
          <a:p>
            <a:pPr marL="1828800" lvl="2" indent="-457200">
              <a:buFont typeface="Arial" panose="020B0604020202020204" pitchFamily="34" charset="0"/>
              <a:buChar char="•"/>
            </a:pPr>
            <a:endParaRPr lang="en-US" sz="28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83B8E70A-6FF6-C3D2-144E-C3AF53653FF6}"/>
              </a:ext>
            </a:extLst>
          </p:cNvPr>
          <p:cNvSpPr>
            <a:spLocks noGrp="1"/>
          </p:cNvSpPr>
          <p:nvPr>
            <p:ph type="sldNum" sz="quarter" idx="12"/>
          </p:nvPr>
        </p:nvSpPr>
        <p:spPr/>
        <p:txBody>
          <a:bodyPr/>
          <a:lstStyle/>
          <a:p>
            <a:fld id="{B7527A74-2D87-4307-9531-5A57D9647EEB}" type="slidenum">
              <a:rPr lang="nl-BE" smtClean="0"/>
              <a:pPr/>
              <a:t>52</a:t>
            </a:fld>
            <a:endParaRPr lang="nl-BE"/>
          </a:p>
        </p:txBody>
      </p:sp>
      <p:sp>
        <p:nvSpPr>
          <p:cNvPr id="4" name="Titel 3">
            <a:extLst>
              <a:ext uri="{FF2B5EF4-FFF2-40B4-BE49-F238E27FC236}">
                <a16:creationId xmlns:a16="http://schemas.microsoft.com/office/drawing/2014/main" id="{901FE2CF-C795-8D64-2FF0-31D0CA549612}"/>
              </a:ext>
            </a:extLst>
          </p:cNvPr>
          <p:cNvSpPr>
            <a:spLocks noGrp="1"/>
          </p:cNvSpPr>
          <p:nvPr>
            <p:ph type="title"/>
          </p:nvPr>
        </p:nvSpPr>
        <p:spPr/>
        <p:txBody>
          <a:bodyPr/>
          <a:lstStyle/>
          <a:p>
            <a:r>
              <a:rPr lang="en-US" dirty="0"/>
              <a:t>Analyze topics</a:t>
            </a:r>
          </a:p>
        </p:txBody>
      </p:sp>
      <p:sp>
        <p:nvSpPr>
          <p:cNvPr id="5" name="Tijdelijke aanduiding voor datum 4">
            <a:extLst>
              <a:ext uri="{FF2B5EF4-FFF2-40B4-BE49-F238E27FC236}">
                <a16:creationId xmlns:a16="http://schemas.microsoft.com/office/drawing/2014/main" id="{D540DFEE-72C5-9F35-C926-A4BC00BB2D25}"/>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CDC86B28-B10C-03A5-E40E-B5AEC502D5F6}"/>
              </a:ext>
            </a:extLst>
          </p:cNvPr>
          <p:cNvSpPr>
            <a:spLocks noGrp="1"/>
          </p:cNvSpPr>
          <p:nvPr>
            <p:ph type="ftr" sz="quarter" idx="11"/>
          </p:nvPr>
        </p:nvSpPr>
        <p:spPr/>
        <p:txBody>
          <a:bodyPr/>
          <a:lstStyle/>
          <a:p>
            <a:r>
              <a:rPr lang="en-US"/>
              <a:t>Robotics &amp; edge AI – Introduction to ROS 2</a:t>
            </a:r>
            <a:endParaRPr lang="nl-BE" dirty="0"/>
          </a:p>
        </p:txBody>
      </p:sp>
      <p:sp>
        <p:nvSpPr>
          <p:cNvPr id="8" name="Tekstvak 7">
            <a:extLst>
              <a:ext uri="{FF2B5EF4-FFF2-40B4-BE49-F238E27FC236}">
                <a16:creationId xmlns:a16="http://schemas.microsoft.com/office/drawing/2014/main" id="{0F640C67-0EFA-B089-684B-D01100D6C63F}"/>
              </a:ext>
            </a:extLst>
          </p:cNvPr>
          <p:cNvSpPr txBox="1"/>
          <p:nvPr/>
        </p:nvSpPr>
        <p:spPr>
          <a:xfrm>
            <a:off x="435220" y="2367754"/>
            <a:ext cx="9170376" cy="3477875"/>
          </a:xfrm>
          <a:prstGeom prst="rect">
            <a:avLst/>
          </a:prstGeom>
          <a:noFill/>
        </p:spPr>
        <p:txBody>
          <a:bodyPr wrap="square">
            <a:spAutoFit/>
          </a:bodyPr>
          <a:lstStyle/>
          <a:p>
            <a:r>
              <a:rPr lang="en-US" sz="2000" dirty="0"/>
              <a:t>root@HOW-216WFB3:~/ros2_ws# ros2 interface show </a:t>
            </a:r>
            <a:r>
              <a:rPr lang="en-US" sz="2000" dirty="0" err="1"/>
              <a:t>geometry_msgs</a:t>
            </a:r>
            <a:r>
              <a:rPr lang="en-US" sz="2000" dirty="0"/>
              <a:t>/msg/Twist</a:t>
            </a:r>
          </a:p>
          <a:p>
            <a:r>
              <a:rPr lang="en-US" sz="2000" dirty="0"/>
              <a:t># This expresses velocity in free space broken into its linear and angular parts.</a:t>
            </a:r>
          </a:p>
          <a:p>
            <a:endParaRPr lang="en-US" sz="2000" dirty="0"/>
          </a:p>
          <a:p>
            <a:r>
              <a:rPr lang="en-US" sz="2000" dirty="0"/>
              <a:t>Vector3  linear</a:t>
            </a:r>
          </a:p>
          <a:p>
            <a:r>
              <a:rPr lang="en-US" sz="2000" dirty="0"/>
              <a:t>        float64 x</a:t>
            </a:r>
          </a:p>
          <a:p>
            <a:r>
              <a:rPr lang="en-US" sz="2000" dirty="0"/>
              <a:t>        float64 y</a:t>
            </a:r>
          </a:p>
          <a:p>
            <a:r>
              <a:rPr lang="en-US" sz="2000" dirty="0"/>
              <a:t>        float64 z</a:t>
            </a:r>
          </a:p>
          <a:p>
            <a:r>
              <a:rPr lang="en-US" sz="2000" dirty="0"/>
              <a:t>Vector3  angular</a:t>
            </a:r>
          </a:p>
          <a:p>
            <a:r>
              <a:rPr lang="en-US" sz="2000" dirty="0"/>
              <a:t>        float64 x</a:t>
            </a:r>
          </a:p>
          <a:p>
            <a:r>
              <a:rPr lang="en-US" sz="2000" dirty="0"/>
              <a:t>        float64 y</a:t>
            </a:r>
          </a:p>
          <a:p>
            <a:r>
              <a:rPr lang="en-US" sz="2000" dirty="0"/>
              <a:t>        float64 z</a:t>
            </a:r>
          </a:p>
        </p:txBody>
      </p:sp>
      <p:sp>
        <p:nvSpPr>
          <p:cNvPr id="10" name="Tekstvak 9">
            <a:extLst>
              <a:ext uri="{FF2B5EF4-FFF2-40B4-BE49-F238E27FC236}">
                <a16:creationId xmlns:a16="http://schemas.microsoft.com/office/drawing/2014/main" id="{6C464E38-A1C3-5EA1-DE88-48199178BBFA}"/>
              </a:ext>
            </a:extLst>
          </p:cNvPr>
          <p:cNvSpPr txBox="1"/>
          <p:nvPr/>
        </p:nvSpPr>
        <p:spPr>
          <a:xfrm>
            <a:off x="11541484" y="2288478"/>
            <a:ext cx="9170376" cy="7109639"/>
          </a:xfrm>
          <a:prstGeom prst="rect">
            <a:avLst/>
          </a:prstGeom>
          <a:noFill/>
        </p:spPr>
        <p:txBody>
          <a:bodyPr wrap="square">
            <a:spAutoFit/>
          </a:bodyPr>
          <a:lstStyle/>
          <a:p>
            <a:pPr marL="0" marR="0">
              <a:buNone/>
            </a:pPr>
            <a:r>
              <a:rPr lang="en-US" sz="2400" dirty="0">
                <a:effectLst/>
                <a:latin typeface="Calibri" panose="020F0502020204030204" pitchFamily="34" charset="0"/>
              </a:rPr>
              <a:t>For example (linear in m/s and angular in rad/s):</a:t>
            </a:r>
          </a:p>
          <a:p>
            <a:pPr rtl="0" fontAlgn="ctr">
              <a:buFont typeface="+mj-lt"/>
              <a:buAutoNum type="arabicPeriod"/>
            </a:pPr>
            <a:r>
              <a:rPr lang="en-US" sz="2400" b="0" i="0" dirty="0">
                <a:effectLst/>
                <a:latin typeface="Calibri" panose="020F0502020204030204" pitchFamily="34" charset="0"/>
              </a:rPr>
              <a:t>Move forward:</a:t>
            </a:r>
          </a:p>
          <a:p>
            <a:pPr marL="342900" marR="0">
              <a:buNone/>
            </a:pPr>
            <a:r>
              <a:rPr lang="en-US" sz="2400" dirty="0">
                <a:solidFill>
                  <a:srgbClr val="383A42"/>
                </a:solidFill>
                <a:effectLst/>
                <a:latin typeface="Calibri" panose="020F0502020204030204" pitchFamily="34" charset="0"/>
              </a:rPr>
              <a:t>{ </a:t>
            </a:r>
          </a:p>
          <a:p>
            <a:pPr marL="685800" marR="0">
              <a:buNone/>
            </a:pPr>
            <a:r>
              <a:rPr lang="en-US" sz="2400" dirty="0">
                <a:solidFill>
                  <a:srgbClr val="E45649"/>
                </a:solidFill>
                <a:effectLst/>
                <a:latin typeface="Calibri" panose="020F0502020204030204" pitchFamily="34" charset="0"/>
              </a:rPr>
              <a:t>"linear"</a:t>
            </a:r>
            <a:r>
              <a:rPr lang="en-US" sz="2400" dirty="0">
                <a:solidFill>
                  <a:srgbClr val="4078F2"/>
                </a:solidFill>
                <a:effectLst/>
                <a:latin typeface="Calibri" panose="020F0502020204030204" pitchFamily="34" charset="0"/>
              </a:rPr>
              <a:t>: </a:t>
            </a:r>
            <a:r>
              <a:rPr lang="en-US" sz="2400" dirty="0">
                <a:solidFill>
                  <a:srgbClr val="383A42"/>
                </a:solidFill>
                <a:effectLst/>
                <a:latin typeface="Calibri" panose="020F0502020204030204" pitchFamily="34" charset="0"/>
              </a:rPr>
              <a:t>{</a:t>
            </a:r>
            <a:r>
              <a:rPr lang="en-US" sz="2400" dirty="0">
                <a:solidFill>
                  <a:srgbClr val="E45649"/>
                </a:solidFill>
                <a:effectLst/>
                <a:latin typeface="Calibri" panose="020F0502020204030204" pitchFamily="34" charset="0"/>
              </a:rPr>
              <a:t>"x"</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1.0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"y"</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"z"</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endParaRPr lang="en-US" sz="2400" dirty="0">
              <a:effectLst/>
              <a:latin typeface="Calibri" panose="020F0502020204030204" pitchFamily="34" charset="0"/>
            </a:endParaRPr>
          </a:p>
          <a:p>
            <a:pPr marL="685800" marR="0">
              <a:buNone/>
            </a:pPr>
            <a:r>
              <a:rPr lang="en-US" sz="2400" dirty="0">
                <a:solidFill>
                  <a:srgbClr val="E45649"/>
                </a:solidFill>
                <a:effectLst/>
                <a:latin typeface="Calibri" panose="020F0502020204030204" pitchFamily="34" charset="0"/>
              </a:rPr>
              <a:t>"angular"</a:t>
            </a:r>
            <a:r>
              <a:rPr lang="en-US" sz="2400" dirty="0">
                <a:solidFill>
                  <a:srgbClr val="4078F2"/>
                </a:solidFill>
                <a:effectLst/>
                <a:latin typeface="Calibri" panose="020F0502020204030204" pitchFamily="34" charset="0"/>
              </a:rPr>
              <a:t>: </a:t>
            </a:r>
            <a:r>
              <a:rPr lang="en-US" sz="2400" dirty="0">
                <a:solidFill>
                  <a:srgbClr val="383A42"/>
                </a:solidFill>
                <a:effectLst/>
                <a:latin typeface="Calibri" panose="020F0502020204030204" pitchFamily="34" charset="0"/>
              </a:rPr>
              <a:t>{</a:t>
            </a:r>
            <a:r>
              <a:rPr lang="en-US" sz="2400" dirty="0">
                <a:solidFill>
                  <a:srgbClr val="E45649"/>
                </a:solidFill>
                <a:effectLst/>
                <a:latin typeface="Calibri" panose="020F0502020204030204" pitchFamily="34" charset="0"/>
              </a:rPr>
              <a:t>"x"</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"y"</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"z"</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endParaRPr lang="en-US" sz="2400" dirty="0">
              <a:effectLst/>
              <a:latin typeface="Calibri" panose="020F0502020204030204" pitchFamily="34" charset="0"/>
            </a:endParaRPr>
          </a:p>
          <a:p>
            <a:pPr marL="342900" marR="0">
              <a:buNone/>
            </a:pPr>
            <a:r>
              <a:rPr lang="en-US" sz="2400" dirty="0">
                <a:solidFill>
                  <a:srgbClr val="383A42"/>
                </a:solidFill>
                <a:effectLst/>
                <a:latin typeface="Calibri" panose="020F0502020204030204" pitchFamily="34" charset="0"/>
              </a:rPr>
              <a:t>}</a:t>
            </a:r>
          </a:p>
          <a:p>
            <a:pPr rtl="0" fontAlgn="ctr">
              <a:buFont typeface="+mj-lt"/>
              <a:buAutoNum type="arabicPeriod" startAt="2"/>
            </a:pPr>
            <a:r>
              <a:rPr lang="en-US" sz="2400" b="0" i="0" dirty="0">
                <a:effectLst/>
                <a:latin typeface="Calibri" panose="020F0502020204030204" pitchFamily="34" charset="0"/>
              </a:rPr>
              <a:t>Rotate:</a:t>
            </a:r>
          </a:p>
          <a:p>
            <a:pPr marL="342900" marR="0">
              <a:buNone/>
            </a:pPr>
            <a:r>
              <a:rPr lang="en-US" sz="2400" dirty="0">
                <a:solidFill>
                  <a:srgbClr val="383A42"/>
                </a:solidFill>
                <a:effectLst/>
                <a:latin typeface="Calibri" panose="020F0502020204030204" pitchFamily="34" charset="0"/>
              </a:rPr>
              <a:t>{ </a:t>
            </a:r>
          </a:p>
          <a:p>
            <a:pPr marL="685800" marR="0">
              <a:buNone/>
            </a:pPr>
            <a:r>
              <a:rPr lang="en-US" sz="2400" dirty="0">
                <a:solidFill>
                  <a:srgbClr val="E45649"/>
                </a:solidFill>
                <a:effectLst/>
                <a:latin typeface="Calibri" panose="020F0502020204030204" pitchFamily="34" charset="0"/>
              </a:rPr>
              <a:t>"linear"</a:t>
            </a:r>
            <a:r>
              <a:rPr lang="en-US" sz="2400" dirty="0">
                <a:solidFill>
                  <a:srgbClr val="4078F2"/>
                </a:solidFill>
                <a:effectLst/>
                <a:latin typeface="Calibri" panose="020F0502020204030204" pitchFamily="34" charset="0"/>
              </a:rPr>
              <a:t>: </a:t>
            </a:r>
            <a:r>
              <a:rPr lang="en-US" sz="2400" dirty="0">
                <a:solidFill>
                  <a:srgbClr val="383A42"/>
                </a:solidFill>
                <a:effectLst/>
                <a:latin typeface="Calibri" panose="020F0502020204030204" pitchFamily="34" charset="0"/>
              </a:rPr>
              <a:t>{</a:t>
            </a:r>
            <a:r>
              <a:rPr lang="en-US" sz="2400" dirty="0">
                <a:solidFill>
                  <a:srgbClr val="E45649"/>
                </a:solidFill>
                <a:effectLst/>
                <a:latin typeface="Calibri" panose="020F0502020204030204" pitchFamily="34" charset="0"/>
              </a:rPr>
              <a:t>"x"</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"y"</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"z"</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endParaRPr lang="en-US" sz="2400" dirty="0">
              <a:effectLst/>
              <a:latin typeface="Calibri" panose="020F0502020204030204" pitchFamily="34" charset="0"/>
            </a:endParaRPr>
          </a:p>
          <a:p>
            <a:pPr marL="685800" marR="0">
              <a:buNone/>
            </a:pPr>
            <a:r>
              <a:rPr lang="en-US" sz="2400" dirty="0">
                <a:solidFill>
                  <a:srgbClr val="E45649"/>
                </a:solidFill>
                <a:effectLst/>
                <a:latin typeface="Calibri" panose="020F0502020204030204" pitchFamily="34" charset="0"/>
              </a:rPr>
              <a:t>"angular"</a:t>
            </a:r>
            <a:r>
              <a:rPr lang="en-US" sz="2400" dirty="0">
                <a:solidFill>
                  <a:srgbClr val="4078F2"/>
                </a:solidFill>
                <a:effectLst/>
                <a:latin typeface="Calibri" panose="020F0502020204030204" pitchFamily="34" charset="0"/>
              </a:rPr>
              <a:t>: </a:t>
            </a:r>
            <a:r>
              <a:rPr lang="en-US" sz="2400" dirty="0">
                <a:solidFill>
                  <a:srgbClr val="383A42"/>
                </a:solidFill>
                <a:effectLst/>
                <a:latin typeface="Calibri" panose="020F0502020204030204" pitchFamily="34" charset="0"/>
              </a:rPr>
              <a:t>{</a:t>
            </a:r>
            <a:r>
              <a:rPr lang="en-US" sz="2400" dirty="0">
                <a:solidFill>
                  <a:srgbClr val="E45649"/>
                </a:solidFill>
                <a:effectLst/>
                <a:latin typeface="Calibri" panose="020F0502020204030204" pitchFamily="34" charset="0"/>
              </a:rPr>
              <a:t>"x"</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"y"</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"z"</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0.5</a:t>
            </a:r>
            <a:r>
              <a:rPr lang="en-US" sz="2400" dirty="0">
                <a:solidFill>
                  <a:srgbClr val="383A42"/>
                </a:solidFill>
                <a:effectLst/>
                <a:latin typeface="Calibri" panose="020F0502020204030204" pitchFamily="34" charset="0"/>
              </a:rPr>
              <a:t>} </a:t>
            </a:r>
            <a:endParaRPr lang="en-US" sz="2400" dirty="0">
              <a:effectLst/>
              <a:latin typeface="Calibri" panose="020F0502020204030204" pitchFamily="34" charset="0"/>
            </a:endParaRPr>
          </a:p>
          <a:p>
            <a:pPr marL="342900" marR="0">
              <a:buNone/>
            </a:pPr>
            <a:r>
              <a:rPr lang="en-US" sz="2400" dirty="0">
                <a:solidFill>
                  <a:srgbClr val="383A42"/>
                </a:solidFill>
                <a:effectLst/>
                <a:latin typeface="Calibri" panose="020F0502020204030204" pitchFamily="34" charset="0"/>
              </a:rPr>
              <a:t>}</a:t>
            </a:r>
          </a:p>
          <a:p>
            <a:pPr marL="342900" marR="0">
              <a:buNone/>
            </a:pPr>
            <a:r>
              <a:rPr lang="en-US" sz="2400" dirty="0">
                <a:effectLst/>
                <a:latin typeface="Calibri" panose="020F0502020204030204" pitchFamily="34" charset="0"/>
              </a:rPr>
              <a:t> </a:t>
            </a:r>
          </a:p>
          <a:p>
            <a:pPr rtl="0" fontAlgn="ctr">
              <a:buFont typeface="+mj-lt"/>
              <a:buAutoNum type="arabicPeriod" startAt="3"/>
            </a:pPr>
            <a:r>
              <a:rPr lang="en-US" sz="2400" b="0" i="0" dirty="0">
                <a:effectLst/>
                <a:latin typeface="Calibri" panose="020F0502020204030204" pitchFamily="34" charset="0"/>
              </a:rPr>
              <a:t>Move and rotate:</a:t>
            </a:r>
          </a:p>
          <a:p>
            <a:pPr marL="342900" marR="0">
              <a:buNone/>
            </a:pPr>
            <a:r>
              <a:rPr lang="en-US" sz="2400" dirty="0">
                <a:solidFill>
                  <a:srgbClr val="383A42"/>
                </a:solidFill>
                <a:effectLst/>
                <a:latin typeface="Calibri" panose="020F0502020204030204" pitchFamily="34" charset="0"/>
              </a:rPr>
              <a:t>{ </a:t>
            </a:r>
          </a:p>
          <a:p>
            <a:pPr marL="685800" marR="0">
              <a:buNone/>
            </a:pPr>
            <a:r>
              <a:rPr lang="en-US" sz="2400" dirty="0">
                <a:solidFill>
                  <a:srgbClr val="E45649"/>
                </a:solidFill>
                <a:effectLst/>
                <a:latin typeface="Calibri" panose="020F0502020204030204" pitchFamily="34" charset="0"/>
              </a:rPr>
              <a:t>"linear"</a:t>
            </a:r>
            <a:r>
              <a:rPr lang="en-US" sz="2400" dirty="0">
                <a:solidFill>
                  <a:srgbClr val="4078F2"/>
                </a:solidFill>
                <a:effectLst/>
                <a:latin typeface="Calibri" panose="020F0502020204030204" pitchFamily="34" charset="0"/>
              </a:rPr>
              <a:t>: </a:t>
            </a:r>
            <a:r>
              <a:rPr lang="en-US" sz="2400" dirty="0">
                <a:solidFill>
                  <a:srgbClr val="383A42"/>
                </a:solidFill>
                <a:effectLst/>
                <a:latin typeface="Calibri" panose="020F0502020204030204" pitchFamily="34" charset="0"/>
              </a:rPr>
              <a:t>{</a:t>
            </a:r>
            <a:r>
              <a:rPr lang="en-US" sz="2400" dirty="0">
                <a:solidFill>
                  <a:srgbClr val="E45649"/>
                </a:solidFill>
                <a:effectLst/>
                <a:latin typeface="Calibri" panose="020F0502020204030204" pitchFamily="34" charset="0"/>
              </a:rPr>
              <a:t>"x"</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0.5</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"y"</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"z"</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endParaRPr lang="en-US" sz="2400" dirty="0">
              <a:effectLst/>
              <a:latin typeface="Calibri" panose="020F0502020204030204" pitchFamily="34" charset="0"/>
            </a:endParaRPr>
          </a:p>
          <a:p>
            <a:pPr marL="685800" marR="0">
              <a:buNone/>
            </a:pPr>
            <a:r>
              <a:rPr lang="en-US" sz="2400" dirty="0">
                <a:solidFill>
                  <a:srgbClr val="E45649"/>
                </a:solidFill>
                <a:effectLst/>
                <a:latin typeface="Calibri" panose="020F0502020204030204" pitchFamily="34" charset="0"/>
              </a:rPr>
              <a:t>"angular"</a:t>
            </a:r>
            <a:r>
              <a:rPr lang="en-US" sz="2400" dirty="0">
                <a:solidFill>
                  <a:srgbClr val="4078F2"/>
                </a:solidFill>
                <a:effectLst/>
                <a:latin typeface="Calibri" panose="020F0502020204030204" pitchFamily="34" charset="0"/>
              </a:rPr>
              <a:t>: </a:t>
            </a:r>
            <a:r>
              <a:rPr lang="en-US" sz="2400" dirty="0">
                <a:solidFill>
                  <a:srgbClr val="383A42"/>
                </a:solidFill>
                <a:effectLst/>
                <a:latin typeface="Calibri" panose="020F0502020204030204" pitchFamily="34" charset="0"/>
              </a:rPr>
              <a:t>{</a:t>
            </a:r>
            <a:r>
              <a:rPr lang="en-US" sz="2400" dirty="0">
                <a:solidFill>
                  <a:srgbClr val="E45649"/>
                </a:solidFill>
                <a:effectLst/>
                <a:latin typeface="Calibri" panose="020F0502020204030204" pitchFamily="34" charset="0"/>
              </a:rPr>
              <a:t>"x"</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"y"</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0.0</a:t>
            </a:r>
            <a:r>
              <a:rPr lang="en-US" sz="2400" dirty="0">
                <a:solidFill>
                  <a:srgbClr val="383A42"/>
                </a:solidFill>
                <a:effectLst/>
                <a:latin typeface="Calibri" panose="020F0502020204030204" pitchFamily="34" charset="0"/>
              </a:rPr>
              <a:t>, </a:t>
            </a:r>
            <a:r>
              <a:rPr lang="en-US" sz="2400" dirty="0">
                <a:solidFill>
                  <a:srgbClr val="E45649"/>
                </a:solidFill>
                <a:effectLst/>
                <a:latin typeface="Calibri" panose="020F0502020204030204" pitchFamily="34" charset="0"/>
              </a:rPr>
              <a:t>"z"</a:t>
            </a:r>
            <a:r>
              <a:rPr lang="en-US" sz="2400" dirty="0">
                <a:solidFill>
                  <a:srgbClr val="4078F2"/>
                </a:solidFill>
                <a:effectLst/>
                <a:latin typeface="Calibri" panose="020F0502020204030204" pitchFamily="34" charset="0"/>
              </a:rPr>
              <a:t>: </a:t>
            </a:r>
            <a:r>
              <a:rPr lang="en-US" sz="2400" dirty="0">
                <a:solidFill>
                  <a:srgbClr val="B76B01"/>
                </a:solidFill>
                <a:effectLst/>
                <a:latin typeface="Calibri" panose="020F0502020204030204" pitchFamily="34" charset="0"/>
              </a:rPr>
              <a:t>0.2</a:t>
            </a:r>
            <a:r>
              <a:rPr lang="en-US" sz="2400" dirty="0">
                <a:solidFill>
                  <a:srgbClr val="383A42"/>
                </a:solidFill>
                <a:effectLst/>
                <a:latin typeface="Calibri" panose="020F0502020204030204" pitchFamily="34" charset="0"/>
              </a:rPr>
              <a:t>} </a:t>
            </a:r>
            <a:endParaRPr lang="en-US" sz="2400" dirty="0">
              <a:effectLst/>
              <a:latin typeface="Calibri" panose="020F0502020204030204" pitchFamily="34" charset="0"/>
            </a:endParaRPr>
          </a:p>
          <a:p>
            <a:pPr marL="342900" marR="0">
              <a:buNone/>
            </a:pPr>
            <a:r>
              <a:rPr lang="en-US" sz="2400" dirty="0">
                <a:solidFill>
                  <a:srgbClr val="383A42"/>
                </a:solidFill>
                <a:effectLst/>
                <a:latin typeface="Calibri" panose="020F0502020204030204" pitchFamily="34" charset="0"/>
              </a:rPr>
              <a:t>}</a:t>
            </a:r>
          </a:p>
          <a:p>
            <a:pPr marL="342900" marR="0">
              <a:buNone/>
            </a:pPr>
            <a:r>
              <a:rPr lang="en-US" sz="2400" dirty="0">
                <a:effectLst/>
                <a:latin typeface="Calibri" panose="020F0502020204030204" pitchFamily="34" charset="0"/>
              </a:rPr>
              <a:t> </a:t>
            </a:r>
          </a:p>
          <a:p>
            <a:pPr marL="0" marR="0">
              <a:buNone/>
            </a:pPr>
            <a:r>
              <a:rPr lang="en-US" sz="2400" dirty="0">
                <a:effectLst/>
                <a:latin typeface="Calibri" panose="020F0502020204030204" pitchFamily="34" charset="0"/>
              </a:rPr>
              <a:t> </a:t>
            </a:r>
          </a:p>
        </p:txBody>
      </p:sp>
    </p:spTree>
    <p:extLst>
      <p:ext uri="{BB962C8B-B14F-4D97-AF65-F5344CB8AC3E}">
        <p14:creationId xmlns:p14="http://schemas.microsoft.com/office/powerpoint/2010/main" val="3510980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47399-40B0-9CFC-6F0D-2B53CBA5FDF0}"/>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1973C84-3DC6-87B3-0E3F-0BD701057043}"/>
              </a:ext>
            </a:extLst>
          </p:cNvPr>
          <p:cNvSpPr>
            <a:spLocks noGrp="1"/>
          </p:cNvSpPr>
          <p:nvPr>
            <p:ph type="body" sz="quarter" idx="17"/>
          </p:nvPr>
        </p:nvSpPr>
        <p:spPr/>
        <p:txBody>
          <a:bodyPr/>
          <a:lstStyle/>
          <a:p>
            <a:pPr marL="457200" indent="-457200">
              <a:buFont typeface="Arial" panose="020B0604020202020204" pitchFamily="34" charset="0"/>
              <a:buChar char="•"/>
            </a:pPr>
            <a:r>
              <a:rPr lang="en-US" sz="3200" dirty="0"/>
              <a:t>Create a new node for drawing a circle with the </a:t>
            </a:r>
            <a:r>
              <a:rPr lang="en-US" sz="3200" dirty="0" err="1"/>
              <a:t>turtlesim</a:t>
            </a:r>
            <a:endParaRPr lang="en-US" sz="3200" dirty="0"/>
          </a:p>
          <a:p>
            <a:pPr marL="457200" indent="-457200">
              <a:buFont typeface="Arial" panose="020B0604020202020204" pitchFamily="34" charset="0"/>
              <a:buChar char="•"/>
            </a:pPr>
            <a:r>
              <a:rPr lang="en-US" sz="3200" dirty="0">
                <a:effectLst/>
                <a:latin typeface="Calibri" panose="020F0502020204030204" pitchFamily="34" charset="0"/>
              </a:rPr>
              <a:t>Tips:</a:t>
            </a:r>
          </a:p>
          <a:p>
            <a:pPr marL="1143000" lvl="1" indent="-457200">
              <a:lnSpc>
                <a:spcPct val="100000"/>
              </a:lnSpc>
              <a:buFont typeface="Arial" panose="020B0604020202020204" pitchFamily="34" charset="0"/>
              <a:buChar char="•"/>
            </a:pPr>
            <a:r>
              <a:rPr lang="en-US" sz="2800" dirty="0">
                <a:latin typeface="Calibri" panose="020F0502020204030204" pitchFamily="34" charset="0"/>
              </a:rPr>
              <a:t>You have to import the Twist message (</a:t>
            </a:r>
            <a:r>
              <a:rPr lang="en-US" sz="2000" b="0" dirty="0">
                <a:solidFill>
                  <a:srgbClr val="B0006A"/>
                </a:solidFill>
                <a:effectLst/>
                <a:latin typeface="Consolas" panose="020B0609020204030204" pitchFamily="49" charset="0"/>
              </a:rPr>
              <a:t>from geometry_msgs.msg import Twist</a:t>
            </a:r>
            <a:r>
              <a:rPr kumimoji="0" lang="en-US"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en-US" sz="28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p>
          <a:p>
            <a:pPr marL="1143000" lvl="1" indent="-457200">
              <a:lnSpc>
                <a:spcPct val="100000"/>
              </a:lnSpc>
              <a:buFont typeface="Arial" panose="020B0604020202020204" pitchFamily="34" charset="0"/>
              <a:buChar char="•"/>
            </a:pPr>
            <a:r>
              <a:rPr lang="en-US" sz="2800" b="0" dirty="0">
                <a:solidFill>
                  <a:srgbClr val="000000"/>
                </a:solidFill>
                <a:effectLst/>
                <a:latin typeface="Calibri" panose="020F0502020204030204" pitchFamily="34" charset="0"/>
              </a:rPr>
              <a:t>You’ll have to add </a:t>
            </a:r>
            <a:r>
              <a:rPr lang="en-US" sz="2800" dirty="0">
                <a:solidFill>
                  <a:srgbClr val="000000"/>
                </a:solidFill>
                <a:latin typeface="Calibri" panose="020F0502020204030204" pitchFamily="34" charset="0"/>
              </a:rPr>
              <a:t>dependencies to package.xml:</a:t>
            </a:r>
          </a:p>
          <a:p>
            <a:pPr lvl="2">
              <a:lnSpc>
                <a:spcPct val="100000"/>
              </a:lnSpc>
            </a:pPr>
            <a:r>
              <a:rPr lang="en-US" sz="2000" b="0" dirty="0">
                <a:solidFill>
                  <a:srgbClr val="B0006A"/>
                </a:solidFill>
                <a:effectLst/>
                <a:latin typeface="Consolas" panose="020B0609020204030204" pitchFamily="49" charset="0"/>
              </a:rPr>
              <a:t>  &lt;depend&gt;</a:t>
            </a:r>
            <a:r>
              <a:rPr lang="en-US" sz="2000" b="0" dirty="0" err="1">
                <a:solidFill>
                  <a:srgbClr val="B0006A"/>
                </a:solidFill>
                <a:effectLst/>
                <a:latin typeface="Consolas" panose="020B0609020204030204" pitchFamily="49" charset="0"/>
              </a:rPr>
              <a:t>geometry_msgs</a:t>
            </a:r>
            <a:r>
              <a:rPr lang="en-US" sz="2000" b="0" dirty="0">
                <a:solidFill>
                  <a:srgbClr val="B0006A"/>
                </a:solidFill>
                <a:effectLst/>
                <a:latin typeface="Consolas" panose="020B0609020204030204" pitchFamily="49" charset="0"/>
              </a:rPr>
              <a:t>&lt;/depend&gt;</a:t>
            </a:r>
            <a:endParaRPr lang="en-US" sz="2000" b="0" dirty="0">
              <a:solidFill>
                <a:srgbClr val="CCCCCC"/>
              </a:solidFill>
              <a:effectLst/>
              <a:latin typeface="Consolas" panose="020B0609020204030204" pitchFamily="49" charset="0"/>
            </a:endParaRPr>
          </a:p>
          <a:p>
            <a:pPr lvl="2">
              <a:lnSpc>
                <a:spcPct val="100000"/>
              </a:lnSpc>
            </a:pPr>
            <a:r>
              <a:rPr lang="en-US" sz="2000" b="0" dirty="0">
                <a:solidFill>
                  <a:srgbClr val="B0006A"/>
                </a:solidFill>
                <a:effectLst/>
                <a:latin typeface="Consolas" panose="020B0609020204030204" pitchFamily="49" charset="0"/>
              </a:rPr>
              <a:t>  &lt;depend&gt;</a:t>
            </a:r>
            <a:r>
              <a:rPr lang="en-US" sz="2000" b="0" dirty="0" err="1">
                <a:solidFill>
                  <a:srgbClr val="B0006A"/>
                </a:solidFill>
                <a:effectLst/>
                <a:latin typeface="Consolas" panose="020B0609020204030204" pitchFamily="49" charset="0"/>
              </a:rPr>
              <a:t>turtlesim</a:t>
            </a:r>
            <a:r>
              <a:rPr lang="en-US" sz="2000" b="0" dirty="0">
                <a:solidFill>
                  <a:srgbClr val="B0006A"/>
                </a:solidFill>
                <a:effectLst/>
                <a:latin typeface="Consolas" panose="020B0609020204030204" pitchFamily="49" charset="0"/>
              </a:rPr>
              <a:t>&lt;/depend&gt;</a:t>
            </a:r>
          </a:p>
          <a:p>
            <a:pPr lvl="2">
              <a:lnSpc>
                <a:spcPct val="100000"/>
              </a:lnSpc>
            </a:pPr>
            <a:endParaRPr lang="en-US" sz="2000" b="0" dirty="0">
              <a:solidFill>
                <a:srgbClr val="808080"/>
              </a:solidFill>
              <a:effectLst/>
              <a:latin typeface="Consolas" panose="020B0609020204030204" pitchFamily="49" charset="0"/>
            </a:endParaRPr>
          </a:p>
          <a:p>
            <a:pPr marL="1143000" lvl="1" indent="-457200">
              <a:lnSpc>
                <a:spcPts val="1425"/>
              </a:lnSpc>
              <a:buFont typeface="Arial" panose="020B0604020202020204" pitchFamily="34" charset="0"/>
              <a:buChar char="•"/>
            </a:pPr>
            <a:r>
              <a:rPr lang="en-US" sz="2800" dirty="0">
                <a:solidFill>
                  <a:srgbClr val="000000"/>
                </a:solidFill>
                <a:latin typeface="Calibri" panose="020F0502020204030204" pitchFamily="34" charset="0"/>
              </a:rPr>
              <a:t>You’ll have to create a publisher (inherited from Node): </a:t>
            </a:r>
          </a:p>
          <a:p>
            <a:pPr>
              <a:lnSpc>
                <a:spcPts val="1425"/>
              </a:lnSpc>
              <a:buNone/>
            </a:pPr>
            <a:r>
              <a:rPr lang="en-US" sz="2000" b="0" dirty="0">
                <a:solidFill>
                  <a:srgbClr val="B0006A"/>
                </a:solidFill>
                <a:effectLst/>
                <a:latin typeface="Consolas" panose="020B0609020204030204" pitchFamily="49" charset="0"/>
              </a:rPr>
              <a:t>	self._</a:t>
            </a:r>
            <a:r>
              <a:rPr lang="en-US" sz="2000" b="0" dirty="0" err="1">
                <a:solidFill>
                  <a:srgbClr val="B0006A"/>
                </a:solidFill>
                <a:effectLst/>
                <a:latin typeface="Consolas" panose="020B0609020204030204" pitchFamily="49" charset="0"/>
              </a:rPr>
              <a:t>cmd_vel_pub</a:t>
            </a:r>
            <a:r>
              <a:rPr lang="en-US" sz="2000" b="0" dirty="0">
                <a:solidFill>
                  <a:srgbClr val="B0006A"/>
                </a:solidFill>
                <a:effectLst/>
                <a:latin typeface="Consolas" panose="020B0609020204030204" pitchFamily="49" charset="0"/>
              </a:rPr>
              <a:t> = </a:t>
            </a:r>
            <a:r>
              <a:rPr lang="en-US" sz="2000" b="0" dirty="0" err="1">
                <a:solidFill>
                  <a:srgbClr val="B0006A"/>
                </a:solidFill>
                <a:effectLst/>
                <a:latin typeface="Consolas" panose="020B0609020204030204" pitchFamily="49" charset="0"/>
              </a:rPr>
              <a:t>self.create_publisher</a:t>
            </a:r>
            <a:r>
              <a:rPr lang="en-US" sz="2000" b="0" dirty="0">
                <a:solidFill>
                  <a:srgbClr val="B0006A"/>
                </a:solidFill>
                <a:effectLst/>
                <a:latin typeface="Consolas" panose="020B0609020204030204" pitchFamily="49" charset="0"/>
              </a:rPr>
              <a:t>($</a:t>
            </a:r>
            <a:r>
              <a:rPr lang="en-US" sz="2000" b="0" dirty="0" err="1">
                <a:solidFill>
                  <a:srgbClr val="B0006A"/>
                </a:solidFill>
                <a:effectLst/>
                <a:latin typeface="Consolas" panose="020B0609020204030204" pitchFamily="49" charset="0"/>
              </a:rPr>
              <a:t>msgtype</a:t>
            </a:r>
            <a:r>
              <a:rPr lang="en-US" sz="2000" b="0" dirty="0">
                <a:solidFill>
                  <a:srgbClr val="B0006A"/>
                </a:solidFill>
                <a:effectLst/>
                <a:latin typeface="Consolas" panose="020B0609020204030204" pitchFamily="49" charset="0"/>
              </a:rPr>
              <a:t>, </a:t>
            </a:r>
            <a:r>
              <a:rPr lang="en-US" sz="2000" dirty="0">
                <a:solidFill>
                  <a:srgbClr val="B0006A"/>
                </a:solidFill>
                <a:latin typeface="Consolas" panose="020B0609020204030204" pitchFamily="49" charset="0"/>
              </a:rPr>
              <a:t>topic (as string)</a:t>
            </a:r>
            <a:r>
              <a:rPr lang="en-US" sz="2000" b="0" dirty="0">
                <a:solidFill>
                  <a:srgbClr val="B0006A"/>
                </a:solidFill>
                <a:effectLst/>
                <a:latin typeface="Consolas" panose="020B0609020204030204" pitchFamily="49" charset="0"/>
              </a:rPr>
              <a:t>, </a:t>
            </a:r>
            <a:r>
              <a:rPr lang="en-US" sz="2000" dirty="0">
                <a:solidFill>
                  <a:srgbClr val="B0006A"/>
                </a:solidFill>
                <a:latin typeface="Consolas" panose="020B0609020204030204" pitchFamily="49" charset="0"/>
              </a:rPr>
              <a:t>queue size</a:t>
            </a:r>
            <a:r>
              <a:rPr lang="en-US" sz="2000" b="0" dirty="0">
                <a:solidFill>
                  <a:srgbClr val="B0006A"/>
                </a:solidFill>
                <a:effectLst/>
                <a:latin typeface="Consolas" panose="020B0609020204030204" pitchFamily="49" charset="0"/>
              </a:rPr>
              <a:t>)</a:t>
            </a:r>
          </a:p>
          <a:p>
            <a:pPr>
              <a:lnSpc>
                <a:spcPts val="1425"/>
              </a:lnSpc>
              <a:buNone/>
            </a:pPr>
            <a:endParaRPr lang="en-US" sz="2000" b="0" dirty="0">
              <a:solidFill>
                <a:srgbClr val="CCCCCC"/>
              </a:solidFill>
              <a:effectLst/>
              <a:latin typeface="Consolas" panose="020B0609020204030204" pitchFamily="49" charset="0"/>
            </a:endParaRPr>
          </a:p>
          <a:p>
            <a:pPr marL="1028700" lvl="1" indent="-342900">
              <a:lnSpc>
                <a:spcPts val="1425"/>
              </a:lnSpc>
              <a:buFont typeface="Arial" panose="020B0604020202020204" pitchFamily="34" charset="0"/>
              <a:buChar char="•"/>
            </a:pPr>
            <a:r>
              <a:rPr lang="en-US" sz="2800" dirty="0">
                <a:solidFill>
                  <a:srgbClr val="000000"/>
                </a:solidFill>
                <a:latin typeface="Calibri" panose="020F0502020204030204" pitchFamily="34" charset="0"/>
              </a:rPr>
              <a:t>You’ll have to create timer that calls a function and sets a Twist message with some values</a:t>
            </a:r>
          </a:p>
          <a:p>
            <a:pPr lvl="2">
              <a:lnSpc>
                <a:spcPct val="100000"/>
              </a:lnSpc>
            </a:pPr>
            <a:r>
              <a:rPr lang="en-US" sz="2000" b="0" dirty="0">
                <a:solidFill>
                  <a:srgbClr val="B0006A"/>
                </a:solidFill>
                <a:effectLst/>
                <a:latin typeface="Consolas" panose="020B0609020204030204" pitchFamily="49" charset="0"/>
              </a:rPr>
              <a:t>self._</a:t>
            </a:r>
            <a:r>
              <a:rPr lang="en-US" sz="2000" b="0" dirty="0" err="1">
                <a:solidFill>
                  <a:srgbClr val="B0006A"/>
                </a:solidFill>
                <a:effectLst/>
                <a:latin typeface="Consolas" panose="020B0609020204030204" pitchFamily="49" charset="0"/>
              </a:rPr>
              <a:t>cmd_vel_pub.publish</a:t>
            </a:r>
            <a:r>
              <a:rPr lang="en-US" sz="2000" b="0" dirty="0">
                <a:solidFill>
                  <a:srgbClr val="B0006A"/>
                </a:solidFill>
                <a:effectLst/>
                <a:latin typeface="Consolas" panose="020B0609020204030204" pitchFamily="49" charset="0"/>
              </a:rPr>
              <a:t>(msg)</a:t>
            </a:r>
          </a:p>
          <a:p>
            <a:pPr marL="1028700" lvl="1" indent="-342900">
              <a:lnSpc>
                <a:spcPct val="100000"/>
              </a:lnSpc>
              <a:buFont typeface="Arial" panose="020B0604020202020204" pitchFamily="34" charset="0"/>
              <a:buChar char="•"/>
            </a:pPr>
            <a:r>
              <a:rPr lang="en-US" sz="2800" dirty="0">
                <a:solidFill>
                  <a:srgbClr val="000000"/>
                </a:solidFill>
                <a:latin typeface="Calibri" panose="020F0502020204030204" pitchFamily="34" charset="0"/>
              </a:rPr>
              <a:t>Figure out how the msg, for drawing a circle, should look like (what axes to use)</a:t>
            </a:r>
            <a:endParaRPr lang="en-US" sz="2600" b="0" dirty="0">
              <a:solidFill>
                <a:srgbClr val="CCCCCC"/>
              </a:solidFill>
              <a:effectLst/>
              <a:latin typeface="Consolas" panose="020B0609020204030204" pitchFamily="49" charset="0"/>
            </a:endParaRPr>
          </a:p>
          <a:p>
            <a:pPr marL="1714500" lvl="2" indent="-342900">
              <a:lnSpc>
                <a:spcPts val="1425"/>
              </a:lnSpc>
              <a:buFont typeface="Arial" panose="020B0604020202020204" pitchFamily="34" charset="0"/>
              <a:buChar char="•"/>
            </a:pPr>
            <a:endParaRPr lang="en-US" sz="2200" dirty="0">
              <a:solidFill>
                <a:srgbClr val="000000"/>
              </a:solidFill>
              <a:latin typeface="Calibri" panose="020F0502020204030204" pitchFamily="34" charset="0"/>
            </a:endParaRPr>
          </a:p>
          <a:p>
            <a:pPr marL="342900" indent="-342900">
              <a:lnSpc>
                <a:spcPts val="1425"/>
              </a:lnSpc>
              <a:buFont typeface="Arial" panose="020B0604020202020204" pitchFamily="34" charset="0"/>
              <a:buChar char="•"/>
            </a:pPr>
            <a:endParaRPr lang="en-US" sz="2000" b="0" dirty="0">
              <a:solidFill>
                <a:srgbClr val="CCCCCC"/>
              </a:solidFill>
              <a:effectLst/>
              <a:latin typeface="Consolas" panose="020B0609020204030204" pitchFamily="49" charset="0"/>
            </a:endParaRPr>
          </a:p>
          <a:p>
            <a:pPr marL="1028700" lvl="1" indent="-342900">
              <a:lnSpc>
                <a:spcPct val="100000"/>
              </a:lnSpc>
              <a:buFont typeface="Arial" panose="020B0604020202020204" pitchFamily="34" charset="0"/>
              <a:buChar char="•"/>
            </a:pPr>
            <a:endParaRPr lang="en-US" sz="2000" dirty="0">
              <a:solidFill>
                <a:srgbClr val="000000"/>
              </a:solidFill>
              <a:latin typeface="Calibri" panose="020F0502020204030204" pitchFamily="34" charset="0"/>
            </a:endParaRPr>
          </a:p>
          <a:p>
            <a:pPr marL="1714500" lvl="2" indent="-342900">
              <a:lnSpc>
                <a:spcPct val="100000"/>
              </a:lnSpc>
              <a:buFont typeface="Arial" panose="020B0604020202020204" pitchFamily="34" charset="0"/>
              <a:buChar char="•"/>
            </a:pPr>
            <a:endParaRPr lang="en-US" sz="2000" b="0" dirty="0">
              <a:solidFill>
                <a:srgbClr val="CCCCCC"/>
              </a:solidFill>
              <a:effectLst/>
              <a:latin typeface="Consolas" panose="020B0609020204030204" pitchFamily="49" charset="0"/>
            </a:endParaRPr>
          </a:p>
          <a:p>
            <a:pPr marL="1828800" lvl="2" indent="-457200">
              <a:lnSpc>
                <a:spcPct val="100000"/>
              </a:lnSpc>
              <a:buFont typeface="Arial" panose="020B0604020202020204" pitchFamily="34" charset="0"/>
              <a:buChar char="•"/>
            </a:pPr>
            <a:endParaRPr lang="en-US" sz="800" b="0" dirty="0">
              <a:solidFill>
                <a:srgbClr val="CCCCCC"/>
              </a:solidFill>
              <a:effectLst/>
              <a:latin typeface="Consolas" panose="020B0609020204030204" pitchFamily="49" charset="0"/>
            </a:endParaRPr>
          </a:p>
          <a:p>
            <a:pPr marL="1143000" lvl="1" indent="-457200">
              <a:buFont typeface="Arial" panose="020B0604020202020204" pitchFamily="34" charset="0"/>
              <a:buChar char="•"/>
            </a:pPr>
            <a:endParaRPr lang="en-US" sz="2800" dirty="0">
              <a:effectLst/>
              <a:latin typeface="Calibri" panose="020F0502020204030204" pitchFamily="34" charset="0"/>
            </a:endParaRPr>
          </a:p>
          <a:p>
            <a:pPr marL="457200" indent="-457200">
              <a:buFont typeface="Arial" panose="020B0604020202020204" pitchFamily="34" charset="0"/>
              <a:buChar char="•"/>
            </a:pPr>
            <a:endParaRPr lang="en-US" sz="2000" dirty="0">
              <a:effectLst/>
              <a:latin typeface="Calibri" panose="020F0502020204030204" pitchFamily="34" charset="0"/>
            </a:endParaRPr>
          </a:p>
          <a:p>
            <a:pPr marL="1828800" lvl="2" indent="-457200">
              <a:buFont typeface="Arial" panose="020B0604020202020204" pitchFamily="34" charset="0"/>
              <a:buChar char="•"/>
            </a:pPr>
            <a:endParaRPr lang="en-US" sz="2800" dirty="0"/>
          </a:p>
          <a:p>
            <a:pPr marL="1828800" lvl="2" indent="-457200">
              <a:buFont typeface="Arial" panose="020B0604020202020204" pitchFamily="34" charset="0"/>
              <a:buChar char="•"/>
            </a:pPr>
            <a:endParaRPr lang="en-US" sz="28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B95F4761-E747-399A-743F-B7DE63FA825F}"/>
              </a:ext>
            </a:extLst>
          </p:cNvPr>
          <p:cNvSpPr>
            <a:spLocks noGrp="1"/>
          </p:cNvSpPr>
          <p:nvPr>
            <p:ph type="sldNum" sz="quarter" idx="12"/>
          </p:nvPr>
        </p:nvSpPr>
        <p:spPr/>
        <p:txBody>
          <a:bodyPr/>
          <a:lstStyle/>
          <a:p>
            <a:fld id="{B7527A74-2D87-4307-9531-5A57D9647EEB}" type="slidenum">
              <a:rPr lang="nl-BE" smtClean="0"/>
              <a:pPr/>
              <a:t>53</a:t>
            </a:fld>
            <a:endParaRPr lang="nl-BE"/>
          </a:p>
        </p:txBody>
      </p:sp>
      <p:sp>
        <p:nvSpPr>
          <p:cNvPr id="4" name="Titel 3">
            <a:extLst>
              <a:ext uri="{FF2B5EF4-FFF2-40B4-BE49-F238E27FC236}">
                <a16:creationId xmlns:a16="http://schemas.microsoft.com/office/drawing/2014/main" id="{67E951BA-B0B3-77C2-1659-D2C906536D58}"/>
              </a:ext>
            </a:extLst>
          </p:cNvPr>
          <p:cNvSpPr>
            <a:spLocks noGrp="1"/>
          </p:cNvSpPr>
          <p:nvPr>
            <p:ph type="title"/>
          </p:nvPr>
        </p:nvSpPr>
        <p:spPr/>
        <p:txBody>
          <a:bodyPr/>
          <a:lstStyle/>
          <a:p>
            <a:r>
              <a:rPr lang="en-US" dirty="0"/>
              <a:t>Analyze topics – write a publisher</a:t>
            </a:r>
          </a:p>
        </p:txBody>
      </p:sp>
      <p:sp>
        <p:nvSpPr>
          <p:cNvPr id="5" name="Tijdelijke aanduiding voor datum 4">
            <a:extLst>
              <a:ext uri="{FF2B5EF4-FFF2-40B4-BE49-F238E27FC236}">
                <a16:creationId xmlns:a16="http://schemas.microsoft.com/office/drawing/2014/main" id="{E3954D69-40E2-1A5D-5B79-CEE6AC73A2DB}"/>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D290E717-0A5E-2AB5-AF54-4E33FC792BCF}"/>
              </a:ext>
            </a:extLst>
          </p:cNvPr>
          <p:cNvSpPr>
            <a:spLocks noGrp="1"/>
          </p:cNvSpPr>
          <p:nvPr>
            <p:ph type="ftr" sz="quarter" idx="11"/>
          </p:nvPr>
        </p:nvSpPr>
        <p:spPr/>
        <p:txBody>
          <a:bodyPr/>
          <a:lstStyle/>
          <a:p>
            <a:r>
              <a:rPr lang="en-US"/>
              <a:t>Robotics &amp; edge AI – Introduction to ROS 2</a:t>
            </a:r>
            <a:endParaRPr lang="nl-BE" dirty="0"/>
          </a:p>
        </p:txBody>
      </p:sp>
    </p:spTree>
    <p:extLst>
      <p:ext uri="{BB962C8B-B14F-4D97-AF65-F5344CB8AC3E}">
        <p14:creationId xmlns:p14="http://schemas.microsoft.com/office/powerpoint/2010/main" val="8101160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F8EBA-5573-6C50-5AAB-C4BD9B0DFEBB}"/>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8F41924-0DA7-5FF0-A713-7E24049A2FCD}"/>
              </a:ext>
            </a:extLst>
          </p:cNvPr>
          <p:cNvSpPr>
            <a:spLocks noGrp="1"/>
          </p:cNvSpPr>
          <p:nvPr>
            <p:ph type="body" sz="quarter" idx="17"/>
          </p:nvPr>
        </p:nvSpPr>
        <p:spPr>
          <a:xfrm>
            <a:off x="1057276" y="1870307"/>
            <a:ext cx="16575629" cy="6103800"/>
          </a:xfrm>
        </p:spPr>
        <p:txBody>
          <a:bodyPr/>
          <a:lstStyle/>
          <a:p>
            <a:pPr marL="457200" indent="-457200">
              <a:buFont typeface="Arial" panose="020B0604020202020204" pitchFamily="34" charset="0"/>
              <a:buChar char="•"/>
            </a:pPr>
            <a:r>
              <a:rPr lang="en-US" sz="3200" dirty="0"/>
              <a:t>Check all topics in RQT:</a:t>
            </a:r>
          </a:p>
          <a:p>
            <a:pPr marL="1714500" lvl="2" indent="-342900">
              <a:lnSpc>
                <a:spcPts val="1425"/>
              </a:lnSpc>
              <a:buFont typeface="Arial" panose="020B0604020202020204" pitchFamily="34" charset="0"/>
              <a:buChar char="•"/>
            </a:pPr>
            <a:endParaRPr lang="en-US" sz="2200" dirty="0">
              <a:solidFill>
                <a:srgbClr val="000000"/>
              </a:solidFill>
              <a:latin typeface="Calibri" panose="020F0502020204030204" pitchFamily="34" charset="0"/>
            </a:endParaRPr>
          </a:p>
          <a:p>
            <a:pPr marL="342900" indent="-342900">
              <a:lnSpc>
                <a:spcPts val="1425"/>
              </a:lnSpc>
              <a:buFont typeface="Arial" panose="020B0604020202020204" pitchFamily="34" charset="0"/>
              <a:buChar char="•"/>
            </a:pPr>
            <a:endParaRPr lang="en-US" sz="2000" b="0" dirty="0">
              <a:solidFill>
                <a:srgbClr val="CCCCCC"/>
              </a:solidFill>
              <a:effectLst/>
              <a:latin typeface="Consolas" panose="020B0609020204030204" pitchFamily="49" charset="0"/>
            </a:endParaRPr>
          </a:p>
          <a:p>
            <a:pPr marL="1028700" lvl="1" indent="-342900">
              <a:lnSpc>
                <a:spcPct val="100000"/>
              </a:lnSpc>
              <a:buFont typeface="Arial" panose="020B0604020202020204" pitchFamily="34" charset="0"/>
              <a:buChar char="•"/>
            </a:pPr>
            <a:endParaRPr lang="en-US" sz="2000" dirty="0">
              <a:solidFill>
                <a:srgbClr val="000000"/>
              </a:solidFill>
              <a:latin typeface="Calibri" panose="020F0502020204030204" pitchFamily="34" charset="0"/>
            </a:endParaRPr>
          </a:p>
          <a:p>
            <a:pPr marL="1714500" lvl="2" indent="-342900">
              <a:lnSpc>
                <a:spcPct val="100000"/>
              </a:lnSpc>
              <a:buFont typeface="Arial" panose="020B0604020202020204" pitchFamily="34" charset="0"/>
              <a:buChar char="•"/>
            </a:pPr>
            <a:endParaRPr lang="en-US" sz="2000" b="0" dirty="0">
              <a:solidFill>
                <a:srgbClr val="CCCCCC"/>
              </a:solidFill>
              <a:effectLst/>
              <a:latin typeface="Consolas" panose="020B0609020204030204" pitchFamily="49" charset="0"/>
            </a:endParaRPr>
          </a:p>
          <a:p>
            <a:pPr marL="1828800" lvl="2" indent="-457200">
              <a:lnSpc>
                <a:spcPct val="100000"/>
              </a:lnSpc>
              <a:buFont typeface="Arial" panose="020B0604020202020204" pitchFamily="34" charset="0"/>
              <a:buChar char="•"/>
            </a:pPr>
            <a:endParaRPr lang="en-US" sz="800" b="0" dirty="0">
              <a:solidFill>
                <a:srgbClr val="CCCCCC"/>
              </a:solidFill>
              <a:effectLst/>
              <a:latin typeface="Consolas" panose="020B0609020204030204" pitchFamily="49" charset="0"/>
            </a:endParaRPr>
          </a:p>
          <a:p>
            <a:pPr marL="1143000" lvl="1" indent="-457200">
              <a:buFont typeface="Arial" panose="020B0604020202020204" pitchFamily="34" charset="0"/>
              <a:buChar char="•"/>
            </a:pPr>
            <a:endParaRPr lang="en-US" sz="2800" dirty="0">
              <a:effectLst/>
              <a:latin typeface="Calibri" panose="020F0502020204030204" pitchFamily="34" charset="0"/>
            </a:endParaRPr>
          </a:p>
          <a:p>
            <a:pPr marL="457200" indent="-457200">
              <a:buFont typeface="Arial" panose="020B0604020202020204" pitchFamily="34" charset="0"/>
              <a:buChar char="•"/>
            </a:pPr>
            <a:endParaRPr lang="en-US" sz="2000" dirty="0">
              <a:effectLst/>
              <a:latin typeface="Calibri" panose="020F0502020204030204" pitchFamily="34" charset="0"/>
            </a:endParaRPr>
          </a:p>
          <a:p>
            <a:pPr marL="1828800" lvl="2" indent="-457200">
              <a:buFont typeface="Arial" panose="020B0604020202020204" pitchFamily="34" charset="0"/>
              <a:buChar char="•"/>
            </a:pPr>
            <a:endParaRPr lang="en-US" sz="2800" dirty="0"/>
          </a:p>
          <a:p>
            <a:pPr marL="1828800" lvl="2" indent="-457200">
              <a:buFont typeface="Arial" panose="020B0604020202020204" pitchFamily="34" charset="0"/>
              <a:buChar char="•"/>
            </a:pPr>
            <a:endParaRPr lang="en-US" sz="28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647AA84C-258F-76CC-8CEB-A78AEE336C2D}"/>
              </a:ext>
            </a:extLst>
          </p:cNvPr>
          <p:cNvSpPr>
            <a:spLocks noGrp="1"/>
          </p:cNvSpPr>
          <p:nvPr>
            <p:ph type="sldNum" sz="quarter" idx="12"/>
          </p:nvPr>
        </p:nvSpPr>
        <p:spPr/>
        <p:txBody>
          <a:bodyPr/>
          <a:lstStyle/>
          <a:p>
            <a:fld id="{B7527A74-2D87-4307-9531-5A57D9647EEB}" type="slidenum">
              <a:rPr lang="nl-BE" smtClean="0"/>
              <a:pPr/>
              <a:t>54</a:t>
            </a:fld>
            <a:endParaRPr lang="nl-BE"/>
          </a:p>
        </p:txBody>
      </p:sp>
      <p:sp>
        <p:nvSpPr>
          <p:cNvPr id="4" name="Titel 3">
            <a:extLst>
              <a:ext uri="{FF2B5EF4-FFF2-40B4-BE49-F238E27FC236}">
                <a16:creationId xmlns:a16="http://schemas.microsoft.com/office/drawing/2014/main" id="{EEC020F3-493B-2438-3976-E115AFE4404F}"/>
              </a:ext>
            </a:extLst>
          </p:cNvPr>
          <p:cNvSpPr>
            <a:spLocks noGrp="1"/>
          </p:cNvSpPr>
          <p:nvPr>
            <p:ph type="title"/>
          </p:nvPr>
        </p:nvSpPr>
        <p:spPr/>
        <p:txBody>
          <a:bodyPr/>
          <a:lstStyle/>
          <a:p>
            <a:r>
              <a:rPr lang="en-US" dirty="0"/>
              <a:t>Analyze topics – write </a:t>
            </a:r>
            <a:r>
              <a:rPr lang="en-US"/>
              <a:t>a subscriber</a:t>
            </a:r>
            <a:endParaRPr lang="en-US" dirty="0"/>
          </a:p>
        </p:txBody>
      </p:sp>
      <p:sp>
        <p:nvSpPr>
          <p:cNvPr id="5" name="Tijdelijke aanduiding voor datum 4">
            <a:extLst>
              <a:ext uri="{FF2B5EF4-FFF2-40B4-BE49-F238E27FC236}">
                <a16:creationId xmlns:a16="http://schemas.microsoft.com/office/drawing/2014/main" id="{96E2298F-7BC6-70DB-5D60-6CE7DA88AACF}"/>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E7008613-280A-F98F-6DE2-EC7E12D2632F}"/>
              </a:ext>
            </a:extLst>
          </p:cNvPr>
          <p:cNvSpPr>
            <a:spLocks noGrp="1"/>
          </p:cNvSpPr>
          <p:nvPr>
            <p:ph type="ftr" sz="quarter" idx="11"/>
          </p:nvPr>
        </p:nvSpPr>
        <p:spPr/>
        <p:txBody>
          <a:bodyPr/>
          <a:lstStyle/>
          <a:p>
            <a:r>
              <a:rPr lang="en-US"/>
              <a:t>Robotics &amp; edge AI – Introduction to ROS 2</a:t>
            </a:r>
            <a:endParaRPr lang="nl-BE" dirty="0"/>
          </a:p>
        </p:txBody>
      </p:sp>
      <p:pic>
        <p:nvPicPr>
          <p:cNvPr id="8" name="Afbeelding 7">
            <a:extLst>
              <a:ext uri="{FF2B5EF4-FFF2-40B4-BE49-F238E27FC236}">
                <a16:creationId xmlns:a16="http://schemas.microsoft.com/office/drawing/2014/main" id="{2CD45CF4-FC9E-2330-B16C-1AC6C49A3E0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80469" y="2530950"/>
            <a:ext cx="13229466" cy="7323454"/>
          </a:xfrm>
          <a:prstGeom prst="rect">
            <a:avLst/>
          </a:prstGeom>
        </p:spPr>
      </p:pic>
    </p:spTree>
    <p:extLst>
      <p:ext uri="{BB962C8B-B14F-4D97-AF65-F5344CB8AC3E}">
        <p14:creationId xmlns:p14="http://schemas.microsoft.com/office/powerpoint/2010/main" val="33099240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9338-5AE8-1299-1C96-6197624F64AB}"/>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765F93E0-90DA-5B54-3569-C2E1C3662C62}"/>
              </a:ext>
            </a:extLst>
          </p:cNvPr>
          <p:cNvSpPr>
            <a:spLocks noGrp="1"/>
          </p:cNvSpPr>
          <p:nvPr>
            <p:ph type="body" sz="quarter" idx="17"/>
          </p:nvPr>
        </p:nvSpPr>
        <p:spPr>
          <a:xfrm>
            <a:off x="1050131" y="2354401"/>
            <a:ext cx="17040645" cy="6103800"/>
          </a:xfrm>
        </p:spPr>
        <p:txBody>
          <a:bodyPr/>
          <a:lstStyle/>
          <a:p>
            <a:pPr marL="457200" indent="-457200">
              <a:buFont typeface="Arial" panose="020B0604020202020204" pitchFamily="34" charset="0"/>
              <a:buChar char="•"/>
            </a:pPr>
            <a:r>
              <a:rPr lang="en-US" sz="3200" dirty="0"/>
              <a:t>Investigate the topic:</a:t>
            </a:r>
          </a:p>
          <a:p>
            <a:pPr marL="1143000" lvl="1" indent="-457200">
              <a:buFont typeface="Arial" panose="020B0604020202020204" pitchFamily="34" charset="0"/>
              <a:buChar char="•"/>
            </a:pPr>
            <a:r>
              <a:rPr lang="en-US" sz="2800" dirty="0"/>
              <a:t>ros2 topic list</a:t>
            </a:r>
          </a:p>
          <a:p>
            <a:pPr marL="1143000" lvl="1" indent="-457200">
              <a:buFont typeface="Arial" panose="020B0604020202020204" pitchFamily="34" charset="0"/>
              <a:buChar char="•"/>
            </a:pPr>
            <a:r>
              <a:rPr lang="en-US" sz="2800" dirty="0"/>
              <a:t>ros2 topic echo /turtle1/pose</a:t>
            </a:r>
          </a:p>
          <a:p>
            <a:pPr marL="1143000" lvl="1" indent="-457200">
              <a:buFont typeface="Arial" panose="020B0604020202020204" pitchFamily="34" charset="0"/>
              <a:buChar char="•"/>
            </a:pPr>
            <a:r>
              <a:rPr lang="en-US" sz="2800" dirty="0"/>
              <a:t>ros2 topic info /turtle1/pose</a:t>
            </a:r>
          </a:p>
          <a:p>
            <a:pPr marL="1143000" lvl="1" indent="-457200">
              <a:buFont typeface="Arial" panose="020B0604020202020204" pitchFamily="34" charset="0"/>
              <a:buChar char="•"/>
            </a:pPr>
            <a:r>
              <a:rPr lang="en-US" sz="2800" dirty="0"/>
              <a:t>ros2 interface show turtlesim/msg/Pose</a:t>
            </a:r>
          </a:p>
          <a:p>
            <a:pPr marL="457200" indent="-457200">
              <a:buFont typeface="Arial" panose="020B0604020202020204" pitchFamily="34" charset="0"/>
              <a:buChar char="•"/>
            </a:pPr>
            <a:r>
              <a:rPr lang="en-US" sz="3200" dirty="0"/>
              <a:t>Create a new node that subscribes to this topic and logs it to the screen</a:t>
            </a:r>
          </a:p>
          <a:p>
            <a:pPr marL="1143000" lvl="1" indent="-457200">
              <a:buFont typeface="Arial" panose="020B0604020202020204" pitchFamily="34" charset="0"/>
              <a:buChar char="•"/>
            </a:pPr>
            <a:r>
              <a:rPr lang="en-US" sz="3200" dirty="0"/>
              <a:t>from turtlesim.msg import Pose   (and &lt;depend&gt;turtlesim&lt;/depend&gt; in package.xml)</a:t>
            </a:r>
          </a:p>
          <a:p>
            <a:pPr marL="1143000" lvl="1" indent="-457200">
              <a:buFont typeface="Arial" panose="020B0604020202020204" pitchFamily="34" charset="0"/>
              <a:buChar char="•"/>
            </a:pPr>
            <a:r>
              <a:rPr lang="en-US" sz="3200" dirty="0"/>
              <a:t>self._</a:t>
            </a:r>
            <a:r>
              <a:rPr lang="en-US" sz="3200" dirty="0" err="1"/>
              <a:t>pose_subscriber</a:t>
            </a:r>
            <a:r>
              <a:rPr lang="en-US" sz="3200" dirty="0"/>
              <a:t> = </a:t>
            </a:r>
            <a:r>
              <a:rPr lang="en-US" sz="3200" dirty="0" err="1"/>
              <a:t>self.create_subscription</a:t>
            </a:r>
            <a:r>
              <a:rPr lang="en-US" sz="3200" dirty="0"/>
              <a:t>(Pose, "/turtle1/pose", </a:t>
            </a:r>
            <a:r>
              <a:rPr lang="en-US" sz="3200" dirty="0" err="1"/>
              <a:t>self.pose_callback</a:t>
            </a:r>
            <a:r>
              <a:rPr lang="en-US" sz="3200" dirty="0"/>
              <a:t>, 10)</a:t>
            </a:r>
          </a:p>
          <a:p>
            <a:pPr marL="1257300" lvl="1" indent="-571500">
              <a:buFont typeface="Arial" panose="020B0604020202020204" pitchFamily="34" charset="0"/>
              <a:buChar char="•"/>
            </a:pPr>
            <a:r>
              <a:rPr lang="en-US" sz="3200" dirty="0"/>
              <a:t>def </a:t>
            </a:r>
            <a:r>
              <a:rPr lang="en-US" sz="3200" dirty="0" err="1"/>
              <a:t>pose_callback</a:t>
            </a:r>
            <a:r>
              <a:rPr lang="en-US" sz="3200" dirty="0"/>
              <a:t>(self, msg: Pose):</a:t>
            </a:r>
          </a:p>
          <a:p>
            <a:pPr lvl="1"/>
            <a:r>
              <a:rPr lang="en-US" sz="3200" dirty="0"/>
              <a:t>		</a:t>
            </a:r>
            <a:r>
              <a:rPr lang="en-US" sz="3200" dirty="0" err="1"/>
              <a:t>self.get_logger</a:t>
            </a:r>
            <a:r>
              <a:rPr lang="en-US" sz="3200" dirty="0"/>
              <a:t>().info(str(msg))</a:t>
            </a:r>
          </a:p>
          <a:p>
            <a:pPr marL="1143000" lvl="1"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2800" b="0" dirty="0">
              <a:solidFill>
                <a:srgbClr val="CCCCCC"/>
              </a:solidFill>
              <a:effectLst/>
              <a:latin typeface="Consolas" panose="020B0609020204030204" pitchFamily="49" charset="0"/>
            </a:endParaRPr>
          </a:p>
          <a:p>
            <a:pPr marL="1714500" lvl="2" indent="-342900">
              <a:lnSpc>
                <a:spcPts val="1425"/>
              </a:lnSpc>
              <a:buFont typeface="Arial" panose="020B0604020202020204" pitchFamily="34" charset="0"/>
              <a:buChar char="•"/>
            </a:pPr>
            <a:endParaRPr lang="en-US" sz="2200" dirty="0">
              <a:solidFill>
                <a:srgbClr val="000000"/>
              </a:solidFill>
              <a:latin typeface="Calibri" panose="020F0502020204030204" pitchFamily="34" charset="0"/>
            </a:endParaRPr>
          </a:p>
          <a:p>
            <a:pPr marL="342900" indent="-342900">
              <a:lnSpc>
                <a:spcPts val="1425"/>
              </a:lnSpc>
              <a:buFont typeface="Arial" panose="020B0604020202020204" pitchFamily="34" charset="0"/>
              <a:buChar char="•"/>
            </a:pPr>
            <a:endParaRPr lang="en-US" sz="2000" b="0" dirty="0">
              <a:solidFill>
                <a:srgbClr val="CCCCCC"/>
              </a:solidFill>
              <a:effectLst/>
              <a:latin typeface="Consolas" panose="020B0609020204030204" pitchFamily="49" charset="0"/>
            </a:endParaRPr>
          </a:p>
          <a:p>
            <a:pPr marL="1028700" lvl="1" indent="-342900">
              <a:lnSpc>
                <a:spcPct val="100000"/>
              </a:lnSpc>
              <a:buFont typeface="Arial" panose="020B0604020202020204" pitchFamily="34" charset="0"/>
              <a:buChar char="•"/>
            </a:pPr>
            <a:endParaRPr lang="en-US" sz="2000" dirty="0">
              <a:solidFill>
                <a:srgbClr val="000000"/>
              </a:solidFill>
              <a:latin typeface="Calibri" panose="020F0502020204030204" pitchFamily="34" charset="0"/>
            </a:endParaRPr>
          </a:p>
          <a:p>
            <a:pPr marL="1714500" lvl="2" indent="-342900">
              <a:lnSpc>
                <a:spcPct val="100000"/>
              </a:lnSpc>
              <a:buFont typeface="Arial" panose="020B0604020202020204" pitchFamily="34" charset="0"/>
              <a:buChar char="•"/>
            </a:pPr>
            <a:endParaRPr lang="en-US" sz="2000" b="0" dirty="0">
              <a:solidFill>
                <a:srgbClr val="CCCCCC"/>
              </a:solidFill>
              <a:effectLst/>
              <a:latin typeface="Consolas" panose="020B0609020204030204" pitchFamily="49" charset="0"/>
            </a:endParaRPr>
          </a:p>
          <a:p>
            <a:pPr marL="1828800" lvl="2" indent="-457200">
              <a:lnSpc>
                <a:spcPct val="100000"/>
              </a:lnSpc>
              <a:buFont typeface="Arial" panose="020B0604020202020204" pitchFamily="34" charset="0"/>
              <a:buChar char="•"/>
            </a:pPr>
            <a:endParaRPr lang="en-US" sz="800" b="0" dirty="0">
              <a:solidFill>
                <a:srgbClr val="CCCCCC"/>
              </a:solidFill>
              <a:effectLst/>
              <a:latin typeface="Consolas" panose="020B0609020204030204" pitchFamily="49" charset="0"/>
            </a:endParaRPr>
          </a:p>
          <a:p>
            <a:pPr marL="1143000" lvl="1" indent="-457200">
              <a:buFont typeface="Arial" panose="020B0604020202020204" pitchFamily="34" charset="0"/>
              <a:buChar char="•"/>
            </a:pPr>
            <a:endParaRPr lang="en-US" sz="2800" dirty="0">
              <a:effectLst/>
              <a:latin typeface="Calibri" panose="020F0502020204030204" pitchFamily="34" charset="0"/>
            </a:endParaRPr>
          </a:p>
          <a:p>
            <a:pPr marL="457200" indent="-457200">
              <a:buFont typeface="Arial" panose="020B0604020202020204" pitchFamily="34" charset="0"/>
              <a:buChar char="•"/>
            </a:pPr>
            <a:endParaRPr lang="en-US" sz="2000" dirty="0">
              <a:effectLst/>
              <a:latin typeface="Calibri" panose="020F0502020204030204" pitchFamily="34" charset="0"/>
            </a:endParaRPr>
          </a:p>
          <a:p>
            <a:pPr marL="1828800" lvl="2" indent="-457200">
              <a:buFont typeface="Arial" panose="020B0604020202020204" pitchFamily="34" charset="0"/>
              <a:buChar char="•"/>
            </a:pPr>
            <a:endParaRPr lang="en-US" sz="2800" dirty="0"/>
          </a:p>
          <a:p>
            <a:pPr marL="1828800" lvl="2" indent="-457200">
              <a:buFont typeface="Arial" panose="020B0604020202020204" pitchFamily="34" charset="0"/>
              <a:buChar char="•"/>
            </a:pPr>
            <a:endParaRPr lang="en-US" sz="2800" dirty="0"/>
          </a:p>
          <a:p>
            <a:endParaRPr lang="en-US"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p>
          <a:p>
            <a:r>
              <a:rPr lang="en-US" sz="3200" dirty="0"/>
              <a:t>	</a:t>
            </a:r>
          </a:p>
        </p:txBody>
      </p:sp>
      <p:sp>
        <p:nvSpPr>
          <p:cNvPr id="3" name="Tijdelijke aanduiding voor dianummer 2">
            <a:extLst>
              <a:ext uri="{FF2B5EF4-FFF2-40B4-BE49-F238E27FC236}">
                <a16:creationId xmlns:a16="http://schemas.microsoft.com/office/drawing/2014/main" id="{783DE38C-C8F5-C64A-3377-FE6A884C4E17}"/>
              </a:ext>
            </a:extLst>
          </p:cNvPr>
          <p:cNvSpPr>
            <a:spLocks noGrp="1"/>
          </p:cNvSpPr>
          <p:nvPr>
            <p:ph type="sldNum" sz="quarter" idx="12"/>
          </p:nvPr>
        </p:nvSpPr>
        <p:spPr/>
        <p:txBody>
          <a:bodyPr/>
          <a:lstStyle/>
          <a:p>
            <a:fld id="{B7527A74-2D87-4307-9531-5A57D9647EEB}" type="slidenum">
              <a:rPr lang="nl-BE" smtClean="0"/>
              <a:pPr/>
              <a:t>55</a:t>
            </a:fld>
            <a:endParaRPr lang="nl-BE"/>
          </a:p>
        </p:txBody>
      </p:sp>
      <p:sp>
        <p:nvSpPr>
          <p:cNvPr id="4" name="Titel 3">
            <a:extLst>
              <a:ext uri="{FF2B5EF4-FFF2-40B4-BE49-F238E27FC236}">
                <a16:creationId xmlns:a16="http://schemas.microsoft.com/office/drawing/2014/main" id="{D6EF0F89-1DF1-290E-11E3-2A17E0F2D0A1}"/>
              </a:ext>
            </a:extLst>
          </p:cNvPr>
          <p:cNvSpPr>
            <a:spLocks noGrp="1"/>
          </p:cNvSpPr>
          <p:nvPr>
            <p:ph type="title"/>
          </p:nvPr>
        </p:nvSpPr>
        <p:spPr/>
        <p:txBody>
          <a:bodyPr/>
          <a:lstStyle/>
          <a:p>
            <a:r>
              <a:rPr lang="en-US" dirty="0"/>
              <a:t>Analyze topics – write a subscriber</a:t>
            </a:r>
          </a:p>
        </p:txBody>
      </p:sp>
      <p:sp>
        <p:nvSpPr>
          <p:cNvPr id="5" name="Tijdelijke aanduiding voor datum 4">
            <a:extLst>
              <a:ext uri="{FF2B5EF4-FFF2-40B4-BE49-F238E27FC236}">
                <a16:creationId xmlns:a16="http://schemas.microsoft.com/office/drawing/2014/main" id="{937E5390-D98D-27FB-8A3D-3C8EDBF5CCAC}"/>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7A71DE3D-F42A-4581-6EE7-8A3382174955}"/>
              </a:ext>
            </a:extLst>
          </p:cNvPr>
          <p:cNvSpPr>
            <a:spLocks noGrp="1"/>
          </p:cNvSpPr>
          <p:nvPr>
            <p:ph type="ftr" sz="quarter" idx="11"/>
          </p:nvPr>
        </p:nvSpPr>
        <p:spPr/>
        <p:txBody>
          <a:bodyPr/>
          <a:lstStyle/>
          <a:p>
            <a:r>
              <a:rPr lang="en-US"/>
              <a:t>Robotics &amp; edge AI – Introduction to ROS 2</a:t>
            </a:r>
            <a:endParaRPr lang="nl-BE" dirty="0"/>
          </a:p>
        </p:txBody>
      </p:sp>
    </p:spTree>
    <p:extLst>
      <p:ext uri="{BB962C8B-B14F-4D97-AF65-F5344CB8AC3E}">
        <p14:creationId xmlns:p14="http://schemas.microsoft.com/office/powerpoint/2010/main" val="3327561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2D5464-8DC1-0E80-CB45-495939F4FF3D}"/>
              </a:ext>
            </a:extLst>
          </p:cNvPr>
          <p:cNvSpPr>
            <a:spLocks noGrp="1"/>
          </p:cNvSpPr>
          <p:nvPr>
            <p:ph type="body" sz="quarter" idx="17"/>
          </p:nvPr>
        </p:nvSpPr>
        <p:spPr/>
        <p:txBody>
          <a:bodyPr/>
          <a:lstStyle/>
          <a:p>
            <a:pPr marL="457200" indent="-457200">
              <a:buFont typeface="Arial" panose="020B0604020202020204" pitchFamily="34" charset="0"/>
              <a:buChar char="•"/>
            </a:pPr>
            <a:r>
              <a:rPr lang="en-US" sz="3200" dirty="0"/>
              <a:t>Create a controller (node) for the </a:t>
            </a:r>
            <a:r>
              <a:rPr lang="en-US" sz="3200" dirty="0" err="1"/>
              <a:t>turtlesim</a:t>
            </a:r>
            <a:r>
              <a:rPr lang="en-US" sz="3200" dirty="0"/>
              <a:t> that starts moving along the x-axis</a:t>
            </a:r>
          </a:p>
          <a:p>
            <a:pPr marL="457200" indent="-457200">
              <a:buFont typeface="Arial" panose="020B0604020202020204" pitchFamily="34" charset="0"/>
              <a:buChar char="•"/>
            </a:pPr>
            <a:r>
              <a:rPr lang="en-US" sz="3200" dirty="0"/>
              <a:t>When it reaches the border of the screen it should rotate in a random direction and start moving forward. You’ll need:</a:t>
            </a:r>
          </a:p>
          <a:p>
            <a:pPr marL="1143000" lvl="1" indent="-457200">
              <a:buFont typeface="Arial" panose="020B0604020202020204" pitchFamily="34" charset="0"/>
              <a:buChar char="•"/>
            </a:pPr>
            <a:r>
              <a:rPr lang="en-US" sz="3200" dirty="0"/>
              <a:t>A publisher to </a:t>
            </a:r>
            <a:r>
              <a:rPr lang="en-US" sz="3200" dirty="0" err="1"/>
              <a:t>cmd_vel</a:t>
            </a:r>
            <a:endParaRPr lang="en-US" sz="3200" dirty="0"/>
          </a:p>
          <a:p>
            <a:pPr marL="1143000" lvl="1" indent="-457200">
              <a:buFont typeface="Arial" panose="020B0604020202020204" pitchFamily="34" charset="0"/>
              <a:buChar char="•"/>
            </a:pPr>
            <a:r>
              <a:rPr lang="en-US" sz="3200" dirty="0"/>
              <a:t>A subscriber to pose </a:t>
            </a:r>
          </a:p>
        </p:txBody>
      </p:sp>
      <p:sp>
        <p:nvSpPr>
          <p:cNvPr id="3" name="Tijdelijke aanduiding voor dianummer 2">
            <a:extLst>
              <a:ext uri="{FF2B5EF4-FFF2-40B4-BE49-F238E27FC236}">
                <a16:creationId xmlns:a16="http://schemas.microsoft.com/office/drawing/2014/main" id="{4C5008B1-D01B-3DCE-D3E0-989BB4394EFD}"/>
              </a:ext>
            </a:extLst>
          </p:cNvPr>
          <p:cNvSpPr>
            <a:spLocks noGrp="1"/>
          </p:cNvSpPr>
          <p:nvPr>
            <p:ph type="sldNum" sz="quarter" idx="12"/>
          </p:nvPr>
        </p:nvSpPr>
        <p:spPr/>
        <p:txBody>
          <a:bodyPr/>
          <a:lstStyle/>
          <a:p>
            <a:fld id="{B7527A74-2D87-4307-9531-5A57D9647EEB}" type="slidenum">
              <a:rPr lang="nl-BE" smtClean="0"/>
              <a:pPr/>
              <a:t>56</a:t>
            </a:fld>
            <a:endParaRPr lang="nl-BE"/>
          </a:p>
        </p:txBody>
      </p:sp>
      <p:sp>
        <p:nvSpPr>
          <p:cNvPr id="4" name="Titel 3">
            <a:extLst>
              <a:ext uri="{FF2B5EF4-FFF2-40B4-BE49-F238E27FC236}">
                <a16:creationId xmlns:a16="http://schemas.microsoft.com/office/drawing/2014/main" id="{70637446-52D8-9AAF-A00B-345EF720D8BB}"/>
              </a:ext>
            </a:extLst>
          </p:cNvPr>
          <p:cNvSpPr>
            <a:spLocks noGrp="1"/>
          </p:cNvSpPr>
          <p:nvPr>
            <p:ph type="title"/>
          </p:nvPr>
        </p:nvSpPr>
        <p:spPr/>
        <p:txBody>
          <a:bodyPr/>
          <a:lstStyle/>
          <a:p>
            <a:r>
              <a:rPr lang="en-US" dirty="0"/>
              <a:t>Exercise</a:t>
            </a:r>
          </a:p>
        </p:txBody>
      </p:sp>
      <p:sp>
        <p:nvSpPr>
          <p:cNvPr id="5" name="Tijdelijke aanduiding voor datum 4">
            <a:extLst>
              <a:ext uri="{FF2B5EF4-FFF2-40B4-BE49-F238E27FC236}">
                <a16:creationId xmlns:a16="http://schemas.microsoft.com/office/drawing/2014/main" id="{29101A0C-C77E-3019-C407-439975DCF706}"/>
              </a:ext>
            </a:extLst>
          </p:cNvPr>
          <p:cNvSpPr>
            <a:spLocks noGrp="1"/>
          </p:cNvSpPr>
          <p:nvPr>
            <p:ph type="dt" sz="half" idx="10"/>
          </p:nvPr>
        </p:nvSpPr>
        <p:spPr/>
        <p:txBody>
          <a:bodyPr/>
          <a:lstStyle/>
          <a:p>
            <a:fld id="{FC67B11B-C4CF-4DAE-AEB8-1C95F54A0231}" type="datetime1">
              <a:rPr lang="nl-BE" smtClean="0"/>
              <a:t>26/10/2026</a:t>
            </a:fld>
            <a:endParaRPr lang="nl-BE" dirty="0"/>
          </a:p>
        </p:txBody>
      </p:sp>
      <p:sp>
        <p:nvSpPr>
          <p:cNvPr id="6" name="Tijdelijke aanduiding voor voettekst 5">
            <a:extLst>
              <a:ext uri="{FF2B5EF4-FFF2-40B4-BE49-F238E27FC236}">
                <a16:creationId xmlns:a16="http://schemas.microsoft.com/office/drawing/2014/main" id="{F052F552-4457-D10E-F7BB-C34580E994D6}"/>
              </a:ext>
            </a:extLst>
          </p:cNvPr>
          <p:cNvSpPr>
            <a:spLocks noGrp="1"/>
          </p:cNvSpPr>
          <p:nvPr>
            <p:ph type="ftr" sz="quarter" idx="11"/>
          </p:nvPr>
        </p:nvSpPr>
        <p:spPr/>
        <p:txBody>
          <a:bodyPr/>
          <a:lstStyle/>
          <a:p>
            <a:r>
              <a:rPr lang="en-US"/>
              <a:t>Robotics &amp; edge AI – Introduction to ROS 2</a:t>
            </a:r>
            <a:endParaRPr lang="nl-BE" dirty="0"/>
          </a:p>
        </p:txBody>
      </p:sp>
    </p:spTree>
    <p:extLst>
      <p:ext uri="{BB962C8B-B14F-4D97-AF65-F5344CB8AC3E}">
        <p14:creationId xmlns:p14="http://schemas.microsoft.com/office/powerpoint/2010/main" val="1864903558"/>
      </p:ext>
    </p:extLst>
  </p:cSld>
  <p:clrMapOvr>
    <a:masterClrMapping/>
  </p:clrMapOvr>
</p:sld>
</file>

<file path=ppt/theme/theme1.xml><?xml version="1.0" encoding="utf-8"?>
<a:theme xmlns:a="http://schemas.openxmlformats.org/drawingml/2006/main" name="Howest NL">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west EN">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owest NL met tweede logo">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3F48566F82E041BED911C0693359E9" ma:contentTypeVersion="47" ma:contentTypeDescription="Een nieuw document maken." ma:contentTypeScope="" ma:versionID="47b3e88e59846bedc01524519d9becb4">
  <xsd:schema xmlns:xsd="http://www.w3.org/2001/XMLSchema" xmlns:xs="http://www.w3.org/2001/XMLSchema" xmlns:p="http://schemas.microsoft.com/office/2006/metadata/properties" xmlns:ns2="e43d81d0-7a9c-4012-90dc-ae63c601f626" xmlns:ns3="e1337eef-b66e-4fde-b081-a3272a7c00ca" targetNamespace="http://schemas.microsoft.com/office/2006/metadata/properties" ma:root="true" ma:fieldsID="b6b21c78707ac0266063b2b8e31c87cf" ns2:_="" ns3:_="">
    <xsd:import namespace="e43d81d0-7a9c-4012-90dc-ae63c601f626"/>
    <xsd:import namespace="e1337eef-b66e-4fde-b081-a3272a7c00c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Leaders" minOccurs="0"/>
                <xsd:element ref="ns2:Members" minOccurs="0"/>
                <xsd:element ref="ns2:Member_Groups" minOccurs="0"/>
                <xsd:element ref="ns2:Invited_Leaders" minOccurs="0"/>
                <xsd:element ref="ns2:Invited_Members" minOccurs="0"/>
                <xsd:element ref="ns2:Has_Leaders_Only_SectionGroup" minOccurs="0"/>
                <xsd:element ref="ns2:MediaServiceLocation" minOccurs="0"/>
                <xsd:element ref="ns2:MediaServiceAutoKeyPoints" minOccurs="0"/>
                <xsd:element ref="ns2:MediaServiceKeyPoints" minOccurs="0"/>
                <xsd:element ref="ns2:Aanpassing"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3d81d0-7a9c-4012-90dc-ae63c601f6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NotebookType" ma:index="17" nillable="true" ma:displayName="Notebook Type" ma:internalName="NotebookType">
      <xsd:simpleType>
        <xsd:restriction base="dms:Text"/>
      </xsd:simpleType>
    </xsd:element>
    <xsd:element name="FolderType" ma:index="18" nillable="true" ma:displayName="Folder Type" ma:internalName="FolderType">
      <xsd:simpleType>
        <xsd:restriction base="dms:Text"/>
      </xsd:simpleType>
    </xsd:element>
    <xsd:element name="CultureName" ma:index="19" nillable="true" ma:displayName="Culture Name" ma:internalName="CultureName">
      <xsd:simpleType>
        <xsd:restriction base="dms:Text"/>
      </xsd:simpleType>
    </xsd:element>
    <xsd:element name="AppVersion" ma:index="20" nillable="true" ma:displayName="App Version" ma:internalName="AppVersion">
      <xsd:simpleType>
        <xsd:restriction base="dms:Text"/>
      </xsd:simpleType>
    </xsd:element>
    <xsd:element name="TeamsChannelId" ma:index="21" nillable="true" ma:displayName="Teams Channel Id" ma:internalName="TeamsChannelId">
      <xsd:simpleType>
        <xsd:restriction base="dms:Text"/>
      </xsd:simpleType>
    </xsd:element>
    <xsd:element name="Owner" ma:index="22"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3" nillable="true" ma:displayName="Math Settings" ma:internalName="Math_Settings">
      <xsd:simpleType>
        <xsd:restriction base="dms:Text"/>
      </xsd:simpleType>
    </xsd:element>
    <xsd:element name="DefaultSectionNames" ma:index="24" nillable="true" ma:displayName="Default Section Names" ma:internalName="DefaultSectionNames">
      <xsd:simpleType>
        <xsd:restriction base="dms:Note">
          <xsd:maxLength value="255"/>
        </xsd:restriction>
      </xsd:simpleType>
    </xsd:element>
    <xsd:element name="Templates" ma:index="25" nillable="true" ma:displayName="Templates" ma:internalName="Templates">
      <xsd:simpleType>
        <xsd:restriction base="dms:Note">
          <xsd:maxLength value="255"/>
        </xsd:restriction>
      </xsd:simpleType>
    </xsd:element>
    <xsd:element name="Teachers" ma:index="26"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7"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8"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9" nillable="true" ma:displayName="Distribution Groups" ma:internalName="Distribution_Groups">
      <xsd:simpleType>
        <xsd:restriction base="dms:Note">
          <xsd:maxLength value="255"/>
        </xsd:restriction>
      </xsd:simpleType>
    </xsd:element>
    <xsd:element name="LMS_Mappings" ma:index="30" nillable="true" ma:displayName="LMS Mappings" ma:internalName="LMS_Mappings">
      <xsd:simpleType>
        <xsd:restriction base="dms:Note">
          <xsd:maxLength value="255"/>
        </xsd:restriction>
      </xsd:simpleType>
    </xsd:element>
    <xsd:element name="Invited_Teachers" ma:index="31" nillable="true" ma:displayName="Invited Teachers" ma:internalName="Invited_Teachers">
      <xsd:simpleType>
        <xsd:restriction base="dms:Note">
          <xsd:maxLength value="255"/>
        </xsd:restriction>
      </xsd:simpleType>
    </xsd:element>
    <xsd:element name="Invited_Students" ma:index="32" nillable="true" ma:displayName="Invited Students" ma:internalName="Invited_Students">
      <xsd:simpleType>
        <xsd:restriction base="dms:Note">
          <xsd:maxLength value="255"/>
        </xsd:restriction>
      </xsd:simpleType>
    </xsd:element>
    <xsd:element name="Self_Registration_Enabled" ma:index="33" nillable="true" ma:displayName="Self Registration Enabled" ma:internalName="Self_Registration_Enabled">
      <xsd:simpleType>
        <xsd:restriction base="dms:Boolean"/>
      </xsd:simpleType>
    </xsd:element>
    <xsd:element name="Has_Teacher_Only_SectionGroup" ma:index="34" nillable="true" ma:displayName="Has Teacher Only SectionGroup" ma:internalName="Has_Teacher_Only_SectionGroup">
      <xsd:simpleType>
        <xsd:restriction base="dms:Boolean"/>
      </xsd:simpleType>
    </xsd:element>
    <xsd:element name="Is_Collaboration_Space_Locked" ma:index="35" nillable="true" ma:displayName="Is Collaboration Space Locked" ma:internalName="Is_Collaboration_Space_Locked">
      <xsd:simpleType>
        <xsd:restriction base="dms:Boolean"/>
      </xsd:simpleType>
    </xsd:element>
    <xsd:element name="IsNotebookLocked" ma:index="36" nillable="true" ma:displayName="Is Notebook Locked" ma:internalName="IsNotebookLocked">
      <xsd:simpleType>
        <xsd:restriction base="dms:Boolean"/>
      </xsd:simpleType>
    </xsd:element>
    <xsd:element name="Leaders" ma:index="3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3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3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Leaders" ma:index="40" nillable="true" ma:displayName="Invited Leaders" ma:internalName="Invited_Leaders">
      <xsd:simpleType>
        <xsd:restriction base="dms:Note">
          <xsd:maxLength value="255"/>
        </xsd:restriction>
      </xsd:simpleType>
    </xsd:element>
    <xsd:element name="Invited_Members" ma:index="41" nillable="true" ma:displayName="Invited Members" ma:internalName="Invited_Members">
      <xsd:simpleType>
        <xsd:restriction base="dms:Note">
          <xsd:maxLength value="255"/>
        </xsd:restriction>
      </xsd:simpleType>
    </xsd:element>
    <xsd:element name="Has_Leaders_Only_SectionGroup" ma:index="42" nillable="true" ma:displayName="Has Leaders Only SectionGroup" ma:internalName="Has_Leaders_Only_SectionGroup">
      <xsd:simpleType>
        <xsd:restriction base="dms:Boolean"/>
      </xsd:simpleType>
    </xsd:element>
    <xsd:element name="MediaServiceLocation" ma:index="43" nillable="true" ma:displayName="Location" ma:internalName="MediaServiceLocation" ma:readOnly="true">
      <xsd:simpleType>
        <xsd:restriction base="dms:Text"/>
      </xsd:simpleType>
    </xsd:element>
    <xsd:element name="MediaServiceAutoKeyPoints" ma:index="44" nillable="true" ma:displayName="MediaServiceAutoKeyPoints" ma:hidden="true" ma:internalName="MediaServiceAutoKeyPoints" ma:readOnly="true">
      <xsd:simpleType>
        <xsd:restriction base="dms:Note"/>
      </xsd:simpleType>
    </xsd:element>
    <xsd:element name="MediaServiceKeyPoints" ma:index="45" nillable="true" ma:displayName="KeyPoints" ma:internalName="MediaServiceKeyPoints" ma:readOnly="true">
      <xsd:simpleType>
        <xsd:restriction base="dms:Note">
          <xsd:maxLength value="255"/>
        </xsd:restriction>
      </xsd:simpleType>
    </xsd:element>
    <xsd:element name="Aanpassing" ma:index="46" nillable="true" ma:displayName="Aanpassing" ma:format="Dropdown" ma:internalName="Aanpassing">
      <xsd:simpleType>
        <xsd:restriction base="dms:Text">
          <xsd:maxLength value="255"/>
        </xsd:restriction>
      </xsd:simpleType>
    </xsd:element>
    <xsd:element name="MediaLengthInSeconds" ma:index="47" nillable="true" ma:displayName="Length (seconds)" ma:internalName="MediaLengthInSeconds" ma:readOnly="true">
      <xsd:simpleType>
        <xsd:restriction base="dms:Unknown"/>
      </xsd:simpleType>
    </xsd:element>
    <xsd:element name="lcf76f155ced4ddcb4097134ff3c332f" ma:index="50" nillable="true" ma:taxonomy="true" ma:internalName="lcf76f155ced4ddcb4097134ff3c332f" ma:taxonomyFieldName="MediaServiceImageTags" ma:displayName="Afbeeldingtags" ma:readOnly="false" ma:fieldId="{5cf76f15-5ced-4ddc-b409-7134ff3c332f}" ma:taxonomyMulti="true" ma:sspId="9d9af33d-1c7e-4655-8224-df3a670842a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5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5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337eef-b66e-4fde-b081-a3272a7c00ca"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element name="TaxCatchAll" ma:index="48" nillable="true" ma:displayName="Taxonomy Catch All Column" ma:hidden="true" ma:list="{49766e82-d1c7-4121-a8f6-16660578aa9e}" ma:internalName="TaxCatchAll" ma:showField="CatchAllData" ma:web="e1337eef-b66e-4fde-b081-a3272a7c00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1337eef-b66e-4fde-b081-a3272a7c00ca" xsi:nil="true"/>
    <TeamsChannelId xmlns="e43d81d0-7a9c-4012-90dc-ae63c601f626" xsi:nil="true"/>
    <Invited_Teachers xmlns="e43d81d0-7a9c-4012-90dc-ae63c601f626" xsi:nil="true"/>
    <Invited_Leaders xmlns="e43d81d0-7a9c-4012-90dc-ae63c601f626" xsi:nil="true"/>
    <Teachers xmlns="e43d81d0-7a9c-4012-90dc-ae63c601f626">
      <UserInfo>
        <DisplayName/>
        <AccountId xsi:nil="true"/>
        <AccountType/>
      </UserInfo>
    </Teachers>
    <Leaders xmlns="e43d81d0-7a9c-4012-90dc-ae63c601f626">
      <UserInfo>
        <DisplayName/>
        <AccountId xsi:nil="true"/>
        <AccountType/>
      </UserInfo>
    </Leaders>
    <Has_Teacher_Only_SectionGroup xmlns="e43d81d0-7a9c-4012-90dc-ae63c601f626" xsi:nil="true"/>
    <Members xmlns="e43d81d0-7a9c-4012-90dc-ae63c601f626">
      <UserInfo>
        <DisplayName/>
        <AccountId xsi:nil="true"/>
        <AccountType/>
      </UserInfo>
    </Members>
    <Member_Groups xmlns="e43d81d0-7a9c-4012-90dc-ae63c601f626">
      <UserInfo>
        <DisplayName/>
        <AccountId xsi:nil="true"/>
        <AccountType/>
      </UserInfo>
    </Member_Groups>
    <Is_Collaboration_Space_Locked xmlns="e43d81d0-7a9c-4012-90dc-ae63c601f626" xsi:nil="true"/>
    <CultureName xmlns="e43d81d0-7a9c-4012-90dc-ae63c601f626" xsi:nil="true"/>
    <Distribution_Groups xmlns="e43d81d0-7a9c-4012-90dc-ae63c601f626" xsi:nil="true"/>
    <lcf76f155ced4ddcb4097134ff3c332f xmlns="e43d81d0-7a9c-4012-90dc-ae63c601f626">
      <Terms xmlns="http://schemas.microsoft.com/office/infopath/2007/PartnerControls"/>
    </lcf76f155ced4ddcb4097134ff3c332f>
    <Has_Leaders_Only_SectionGroup xmlns="e43d81d0-7a9c-4012-90dc-ae63c601f626" xsi:nil="true"/>
    <DefaultSectionNames xmlns="e43d81d0-7a9c-4012-90dc-ae63c601f626" xsi:nil="true"/>
    <Owner xmlns="e43d81d0-7a9c-4012-90dc-ae63c601f626">
      <UserInfo>
        <DisplayName/>
        <AccountId xsi:nil="true"/>
        <AccountType/>
      </UserInfo>
    </Owner>
    <Aanpassing xmlns="e43d81d0-7a9c-4012-90dc-ae63c601f626" xsi:nil="true"/>
    <AppVersion xmlns="e43d81d0-7a9c-4012-90dc-ae63c601f626" xsi:nil="true"/>
    <NotebookType xmlns="e43d81d0-7a9c-4012-90dc-ae63c601f626" xsi:nil="true"/>
    <FolderType xmlns="e43d81d0-7a9c-4012-90dc-ae63c601f626" xsi:nil="true"/>
    <Students xmlns="e43d81d0-7a9c-4012-90dc-ae63c601f626">
      <UserInfo>
        <DisplayName/>
        <AccountId xsi:nil="true"/>
        <AccountType/>
      </UserInfo>
    </Students>
    <Student_Groups xmlns="e43d81d0-7a9c-4012-90dc-ae63c601f626">
      <UserInfo>
        <DisplayName/>
        <AccountId xsi:nil="true"/>
        <AccountType/>
      </UserInfo>
    </Student_Groups>
    <Templates xmlns="e43d81d0-7a9c-4012-90dc-ae63c601f626" xsi:nil="true"/>
    <Invited_Members xmlns="e43d81d0-7a9c-4012-90dc-ae63c601f626" xsi:nil="true"/>
    <LMS_Mappings xmlns="e43d81d0-7a9c-4012-90dc-ae63c601f626" xsi:nil="true"/>
    <Invited_Students xmlns="e43d81d0-7a9c-4012-90dc-ae63c601f626" xsi:nil="true"/>
    <IsNotebookLocked xmlns="e43d81d0-7a9c-4012-90dc-ae63c601f626" xsi:nil="true"/>
    <Math_Settings xmlns="e43d81d0-7a9c-4012-90dc-ae63c601f626" xsi:nil="true"/>
    <Self_Registration_Enabled xmlns="e43d81d0-7a9c-4012-90dc-ae63c601f626" xsi:nil="true"/>
  </documentManagement>
</p:properties>
</file>

<file path=customXml/itemProps1.xml><?xml version="1.0" encoding="utf-8"?>
<ds:datastoreItem xmlns:ds="http://schemas.openxmlformats.org/officeDocument/2006/customXml" ds:itemID="{1A590144-6662-4517-A981-2726CC8145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3d81d0-7a9c-4012-90dc-ae63c601f626"/>
    <ds:schemaRef ds:uri="e1337eef-b66e-4fde-b081-a3272a7c00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E805CF-5123-4B02-8348-B20123482E1D}">
  <ds:schemaRefs>
    <ds:schemaRef ds:uri="http://schemas.microsoft.com/sharepoint/v3/contenttype/forms"/>
  </ds:schemaRefs>
</ds:datastoreItem>
</file>

<file path=customXml/itemProps3.xml><?xml version="1.0" encoding="utf-8"?>
<ds:datastoreItem xmlns:ds="http://schemas.openxmlformats.org/officeDocument/2006/customXml" ds:itemID="{C89D7BF5-FA67-45FF-A287-CE11E2521B25}">
  <ds:schemaRefs>
    <ds:schemaRef ds:uri="e1337eef-b66e-4fde-b081-a3272a7c00ca"/>
    <ds:schemaRef ds:uri="http://schemas.microsoft.com/office/2006/documentManagement/types"/>
    <ds:schemaRef ds:uri="http://purl.org/dc/terms/"/>
    <ds:schemaRef ds:uri="http://purl.org/dc/elements/1.1/"/>
    <ds:schemaRef ds:uri="http://purl.org/dc/dcmitype/"/>
    <ds:schemaRef ds:uri="http://www.w3.org/XML/1998/namespace"/>
    <ds:schemaRef ds:uri="http://schemas.microsoft.com/office/2006/metadata/properties"/>
    <ds:schemaRef ds:uri="http://schemas.openxmlformats.org/package/2006/metadata/core-properties"/>
    <ds:schemaRef ds:uri="http://schemas.microsoft.com/office/infopath/2007/PartnerControls"/>
    <ds:schemaRef ds:uri="e43d81d0-7a9c-4012-90dc-ae63c601f626"/>
  </ds:schemaRefs>
</ds:datastoreItem>
</file>

<file path=docProps/app.xml><?xml version="1.0" encoding="utf-8"?>
<Properties xmlns="http://schemas.openxmlformats.org/officeDocument/2006/extended-properties" xmlns:vt="http://schemas.openxmlformats.org/officeDocument/2006/docPropsVTypes">
  <Template>Office Theme</Template>
  <TotalTime>11863</TotalTime>
  <Words>5531</Words>
  <Application>Microsoft Office PowerPoint</Application>
  <PresentationFormat>Custom</PresentationFormat>
  <Paragraphs>849</Paragraphs>
  <Slides>56</Slides>
  <Notes>40</Notes>
  <HiddenSlides>0</HiddenSlides>
  <MMClips>1</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56</vt:i4>
      </vt:variant>
    </vt:vector>
  </HeadingPairs>
  <TitlesOfParts>
    <vt:vector size="68" baseType="lpstr">
      <vt:lpstr>Arial</vt:lpstr>
      <vt:lpstr>Arial Rounded MT Bold</vt:lpstr>
      <vt:lpstr>Calibri</vt:lpstr>
      <vt:lpstr>Calibri (Hoofdtekst)</vt:lpstr>
      <vt:lpstr>Calibri Light</vt:lpstr>
      <vt:lpstr>Consolas</vt:lpstr>
      <vt:lpstr>Lato</vt:lpstr>
      <vt:lpstr>SFMono-Regular</vt:lpstr>
      <vt:lpstr>Wingdings</vt:lpstr>
      <vt:lpstr>Howest NL</vt:lpstr>
      <vt:lpstr>Howest EN</vt:lpstr>
      <vt:lpstr>Howest NL met tweede logo</vt:lpstr>
      <vt:lpstr>Robotics &amp; Edge AI</vt:lpstr>
      <vt:lpstr>Table of content</vt:lpstr>
      <vt:lpstr>What is a robot?</vt:lpstr>
      <vt:lpstr>Industrial robots</vt:lpstr>
      <vt:lpstr>Industrial robots</vt:lpstr>
      <vt:lpstr>Industrial robots cost</vt:lpstr>
      <vt:lpstr>Terminology</vt:lpstr>
      <vt:lpstr>Manipulator</vt:lpstr>
      <vt:lpstr>Manipulator</vt:lpstr>
      <vt:lpstr>Joint count</vt:lpstr>
      <vt:lpstr>Kinematics</vt:lpstr>
      <vt:lpstr>Joint types</vt:lpstr>
      <vt:lpstr>What is a cobot?</vt:lpstr>
      <vt:lpstr>Cobot technical design</vt:lpstr>
      <vt:lpstr>Table of content</vt:lpstr>
      <vt:lpstr>What is ROS?</vt:lpstr>
      <vt:lpstr>Why use ROS?</vt:lpstr>
      <vt:lpstr>ROS 2 distributions</vt:lpstr>
      <vt:lpstr>Table of content</vt:lpstr>
      <vt:lpstr>Our setup</vt:lpstr>
      <vt:lpstr>Setup in 5 steps</vt:lpstr>
      <vt:lpstr>Step 1 – Install WSL</vt:lpstr>
      <vt:lpstr>Step 1 – Install Ubuntu 24.04</vt:lpstr>
      <vt:lpstr>Step 2 – Networking: mirrored mode</vt:lpstr>
      <vt:lpstr>Step 2 – Firewall rules</vt:lpstr>
      <vt:lpstr>Step 2 – Troubleshooting networking</vt:lpstr>
      <vt:lpstr>Step 3 – Connect VS Code to WSL</vt:lpstr>
      <vt:lpstr>Step 4 – Install ROS 2 Jazzy (1/2)</vt:lpstr>
      <vt:lpstr>Step 4 – Install ROS 2 Jazzy (2/2)</vt:lpstr>
      <vt:lpstr>Step 4 – Sourcing ROS 2</vt:lpstr>
      <vt:lpstr>Step 4 – Test your installation</vt:lpstr>
      <vt:lpstr>Step 4 – Troubleshooting: ros2 commands hang</vt:lpstr>
      <vt:lpstr>Step 5 – Create your workspace</vt:lpstr>
      <vt:lpstr>Setup checklist</vt:lpstr>
      <vt:lpstr>Table of content</vt:lpstr>
      <vt:lpstr>ROS2 nodes</vt:lpstr>
      <vt:lpstr>ROS2 node communication mechanism</vt:lpstr>
      <vt:lpstr>ROS2 commands</vt:lpstr>
      <vt:lpstr>ROS2 commands</vt:lpstr>
      <vt:lpstr>RQT</vt:lpstr>
      <vt:lpstr>Turtlesim example</vt:lpstr>
      <vt:lpstr>Table of content</vt:lpstr>
      <vt:lpstr>Workspace and colcon</vt:lpstr>
      <vt:lpstr>Creating packages</vt:lpstr>
      <vt:lpstr>Table of content</vt:lpstr>
      <vt:lpstr>Creating our first node</vt:lpstr>
      <vt:lpstr>Run the node as a ROS node</vt:lpstr>
      <vt:lpstr>Add easy functionality</vt:lpstr>
      <vt:lpstr>Analyze topics</vt:lpstr>
      <vt:lpstr>Analyze topics – publish </vt:lpstr>
      <vt:lpstr>Analyze topics</vt:lpstr>
      <vt:lpstr>Analyze topics</vt:lpstr>
      <vt:lpstr>Analyze topics – write a publisher</vt:lpstr>
      <vt:lpstr>Analyze topics – write a subscriber</vt:lpstr>
      <vt:lpstr>Analyze topics – write a subscriber</vt:lpstr>
      <vt:lpstr>Exercise</vt:lpstr>
    </vt:vector>
  </TitlesOfParts>
  <Company>Howest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ROS 2 (Jazzy)</dc:title>
  <dc:creator>regis.le.roy@howest.be</dc:creator>
  <cp:lastModifiedBy>Arne BAUWENS</cp:lastModifiedBy>
  <cp:revision>179</cp:revision>
  <dcterms:created xsi:type="dcterms:W3CDTF">2019-05-02T19:50:51Z</dcterms:created>
  <dcterms:modified xsi:type="dcterms:W3CDTF">2026-10-26T12:05:19Z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0x010100193F48566F82E041BED911C0693359E9</vt:lpwstr>
  </property>
</Properties>
</file>